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8824fc79a96d01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h8824fc79a96d01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h4a488b9c3ec7d190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h4a488b9c3ec7d190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jpg"/><Relationship Id="rId5"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validacion_rtqpcr_egfp.jpg"/>
          <p:cNvPicPr preferRelativeResize="0"/>
          <p:nvPr/>
        </p:nvPicPr>
        <p:blipFill>
          <a:blip r:embed="rId3">
            <a:alphaModFix/>
          </a:blip>
          <a:stretch>
            <a:fillRect/>
          </a:stretch>
        </p:blipFill>
        <p:spPr>
          <a:xfrm>
            <a:off x="152400" y="152400"/>
            <a:ext cx="8602138" cy="483870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pic>
        <p:nvPicPr>
          <p:cNvPr id="59" name="Google Shape;59;p14" title="spike_in_robustez.jpg"/>
          <p:cNvPicPr preferRelativeResize="0"/>
          <p:nvPr/>
        </p:nvPicPr>
        <p:blipFill>
          <a:blip r:embed="rId3">
            <a:alphaModFix/>
          </a:blip>
          <a:stretch>
            <a:fillRect/>
          </a:stretch>
        </p:blipFill>
        <p:spPr>
          <a:xfrm>
            <a:off x="152400" y="152400"/>
            <a:ext cx="6451599" cy="48387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pic>
        <p:nvPicPr>
          <p:cNvPr id="64" name="Google Shape;64;p15" title="representatividad_library_venn.png"/>
          <p:cNvPicPr preferRelativeResize="0"/>
          <p:nvPr/>
        </p:nvPicPr>
        <p:blipFill>
          <a:blip r:embed="rId3">
            <a:alphaModFix/>
          </a:blip>
          <a:stretch>
            <a:fillRect/>
          </a:stretch>
        </p:blipFill>
        <p:spPr>
          <a:xfrm>
            <a:off x="152400" y="152400"/>
            <a:ext cx="3271624" cy="327162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7" title="filtros_consistencia_replicas.jpg"/>
          <p:cNvPicPr preferRelativeResize="0"/>
          <p:nvPr/>
        </p:nvPicPr>
        <p:blipFill>
          <a:blip r:embed="rId3">
            <a:alphaModFix/>
          </a:blip>
          <a:stretch>
            <a:fillRect/>
          </a:stretch>
        </p:blipFill>
        <p:spPr>
          <a:xfrm>
            <a:off x="152400" y="152400"/>
            <a:ext cx="4752425" cy="421870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8" title="panel_a_venn_presort2022.png"/>
          <p:cNvPicPr preferRelativeResize="0"/>
          <p:nvPr/>
        </p:nvPicPr>
        <p:blipFill>
          <a:blip r:embed="rId3">
            <a:alphaModFix/>
          </a:blip>
          <a:stretch>
            <a:fillRect/>
          </a:stretch>
        </p:blipFill>
        <p:spPr>
          <a:xfrm>
            <a:off x="0" y="749097"/>
            <a:ext cx="2138076" cy="2138076"/>
          </a:xfrm>
          <a:prstGeom prst="rect">
            <a:avLst/>
          </a:prstGeom>
          <a:noFill/>
          <a:ln>
            <a:noFill/>
          </a:ln>
        </p:spPr>
      </p:pic>
      <p:pic>
        <p:nvPicPr>
          <p:cNvPr id="80" name="Google Shape;80;p18" title="panel_b_gc_bias_violin.jpg"/>
          <p:cNvPicPr preferRelativeResize="0"/>
          <p:nvPr/>
        </p:nvPicPr>
        <p:blipFill>
          <a:blip r:embed="rId4">
            <a:alphaModFix/>
          </a:blip>
          <a:stretch>
            <a:fillRect/>
          </a:stretch>
        </p:blipFill>
        <p:spPr>
          <a:xfrm>
            <a:off x="2167982" y="692847"/>
            <a:ext cx="1900521" cy="2138076"/>
          </a:xfrm>
          <a:prstGeom prst="rect">
            <a:avLst/>
          </a:prstGeom>
          <a:noFill/>
          <a:ln>
            <a:noFill/>
          </a:ln>
        </p:spPr>
      </p:pic>
      <p:pic>
        <p:nvPicPr>
          <p:cNvPr id="81" name="Google Shape;81;p18" title="panel_c_gc_bias_bars.jpg"/>
          <p:cNvPicPr preferRelativeResize="0"/>
          <p:nvPr/>
        </p:nvPicPr>
        <p:blipFill>
          <a:blip r:embed="rId5">
            <a:alphaModFix/>
          </a:blip>
          <a:stretch>
            <a:fillRect/>
          </a:stretch>
        </p:blipFill>
        <p:spPr>
          <a:xfrm>
            <a:off x="184850" y="2960925"/>
            <a:ext cx="3592648" cy="186474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pic>
        <p:nvPicPr>
          <p:cNvPr id="86" name="Google Shape;86;p19" title="g4_retencion_por_gc.jpg"/>
          <p:cNvPicPr preferRelativeResize="0"/>
          <p:nvPr/>
        </p:nvPicPr>
        <p:blipFill>
          <a:blip r:embed="rId3">
            <a:alphaModFix/>
          </a:blip>
          <a:stretch>
            <a:fillRect/>
          </a:stretch>
        </p:blipFill>
        <p:spPr>
          <a:xfrm>
            <a:off x="152400" y="152400"/>
            <a:ext cx="6597642" cy="483870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pic>
        <p:nvPicPr>
          <p:cNvPr id="91" name="Google Shape;91;p20" title="densidad_individual_promotores.jpg"/>
          <p:cNvPicPr preferRelativeResize="0"/>
          <p:nvPr/>
        </p:nvPicPr>
        <p:blipFill>
          <a:blip r:embed="rId3">
            <a:alphaModFix/>
          </a:blip>
          <a:stretch>
            <a:fillRect/>
          </a:stretch>
        </p:blipFill>
        <p:spPr>
          <a:xfrm>
            <a:off x="1382025" y="136325"/>
            <a:ext cx="4761933" cy="35714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pic>
        <p:nvPicPr>
          <p:cNvPr id="96" name="Google Shape;96;p21"/>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97" name="Google Shape;97;p21"/>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98" name="Google Shape;98;p21"/>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99" name="Google Shape;99;p21"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
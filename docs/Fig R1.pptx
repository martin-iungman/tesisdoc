
<file path=[Content_Types].xml><?xml version="1.0" encoding="utf-8"?>
<Types xmlns="http://schemas.openxmlformats.org/package/2006/content-types">
  <Default ContentType="image/jpeg" Extension="jpg"/>
  <Default ContentType="application/xml" Extension="xml"/>
  <Default ContentType="image/png" Extension="png"/>
  <Default ContentType="application/vnd.openxmlformats-officedocument.obfuscatedFont" Extension="odttf"/>
  <Default ContentType="application/vnd.openxmlformats-package.relationships+xml" Extension="rels"/>
  <Override ContentType="application/vnd.openxmlformats-officedocument.presentationml.notesSlide+xml" PartName="/ppt/notesSlides/notesSlide6.xml"/>
  <Override ContentType="application/vnd.openxmlformats-officedocument.presentationml.notesSlide+xml" PartName="/ppt/notesSlides/notesSlide1.xml"/>
  <Override ContentType="application/vnd.openxmlformats-officedocument.presentationml.notesSlide+xml" PartName="/ppt/notesSlides/notesSlide3.xml"/>
  <Override ContentType="application/vnd.openxmlformats-officedocument.presentationml.notesSlide+xml" PartName="/ppt/notesSlides/notesSlide8.xml"/>
  <Override ContentType="application/vnd.openxmlformats-officedocument.presentationml.notesSlide+xml" PartName="/ppt/notesSlides/notesSlide7.xml"/>
  <Override ContentType="application/vnd.openxmlformats-officedocument.presentationml.notesSlide+xml" PartName="/ppt/notesSlides/notesSlide2.xml"/>
  <Override ContentType="application/vnd.openxmlformats-officedocument.presentationml.notesSlide+xml" PartName="/ppt/notesSlides/notesSlide5.xml"/>
  <Override ContentType="application/vnd.openxmlformats-officedocument.presentationml.notesSlide+xml" PartName="/ppt/notesSlides/notesSlide4.xml"/>
  <Override ContentType="application/vnd.openxmlformats-officedocument.presentationml.slideLayout+xml" PartName="/ppt/slideLayouts/slideLayout3.xml"/>
  <Override ContentType="application/vnd.openxmlformats-officedocument.presentationml.slideLayout+xml" PartName="/ppt/slideLayouts/slideLayout4.xml"/>
  <Override ContentType="application/vnd.openxmlformats-officedocument.presentationml.slideLayout+xml" PartName="/ppt/slideLayouts/slideLayout5.xml"/>
  <Override ContentType="application/vnd.openxmlformats-officedocument.presentationml.slideLayout+xml" PartName="/ppt/slideLayouts/slideLayout2.xml"/>
  <Override ContentType="application/vnd.openxmlformats-officedocument.presentationml.slideLayout+xml" PartName="/ppt/slideLayouts/slideLayout11.xml"/>
  <Override ContentType="application/vnd.openxmlformats-officedocument.presentationml.slideLayout+xml" PartName="/ppt/slideLayouts/slideLayout1.xml"/>
  <Override ContentType="application/vnd.openxmlformats-officedocument.presentationml.slideLayout+xml" PartName="/ppt/slideLayouts/slideLayout10.xml"/>
  <Override ContentType="application/vnd.openxmlformats-officedocument.presentationml.slideLayout+xml" PartName="/ppt/slideLayouts/slideLayout7.xml"/>
  <Override ContentType="application/vnd.openxmlformats-officedocument.presentationml.slideLayout+xml" PartName="/ppt/slideLayouts/slideLayout6.xml"/>
  <Override ContentType="application/vnd.openxmlformats-officedocument.presentationml.slideLayout+xml" PartName="/ppt/slideLayouts/slideLayout8.xml"/>
  <Override ContentType="application/vnd.openxmlformats-officedocument.presentationml.slideLayout+xml" PartName="/ppt/slideLayouts/slideLayout9.xml"/>
  <Override ContentType="application/vnd.openxmlformats-officedocument.presentationml.slideMaster+xml" PartName="/ppt/slideMasters/slideMaster1.xml"/>
  <Override ContentType="application/vnd.openxmlformats-officedocument.presentationml.slide+xml" PartName="/ppt/slides/slide4.xml"/>
  <Override ContentType="application/vnd.openxmlformats-officedocument.presentationml.slide+xml" PartName="/ppt/slides/slide1.xml"/>
  <Override ContentType="application/vnd.openxmlformats-officedocument.presentationml.slide+xml" PartName="/ppt/slides/slide2.xml"/>
  <Override ContentType="application/vnd.openxmlformats-officedocument.presentationml.slide+xml" PartName="/ppt/slides/slide3.xml"/>
  <Override ContentType="application/vnd.openxmlformats-officedocument.presentationml.slide+xml" PartName="/ppt/slides/slide6.xml"/>
  <Override ContentType="application/vnd.openxmlformats-officedocument.presentationml.slide+xml" PartName="/ppt/slides/slide5.xml"/>
  <Override ContentType="application/vnd.openxmlformats-officedocument.presentationml.slide+xml" PartName="/ppt/slides/slide8.xml"/>
  <Override ContentType="application/vnd.openxmlformats-officedocument.presentationml.slide+xml" PartName="/ppt/slides/slide7.xml"/>
  <Override ContentType="application/vnd.openxmlformats-officedocument.presentationml.notesMaster+xml" PartName="/ppt/notesMasters/notesMaster1.xml"/>
  <Override ContentType="application/vnd.openxmlformats-officedocument.presentationml.presentation.main+xml" PartName="/ppt/presentation.xml"/>
  <Override ContentType="application/vnd.openxmlformats-officedocument.presentationml.presProps+xml" PartName="/ppt/presProps.xml"/>
  <Override ContentType="application/vnd.openxmlformats-officedocument.theme+xml" PartName="/ppt/theme/theme1.xml"/>
  <Override ContentType="application/vnd.openxmlformats-officedocument.theme+xml" PartName="/ppt/theme/theme2.xml"/>
  <Override ContentType="application/vnd.openxmlformats-officedocument.presentationml.viewProps+xml" PartName="/ppt/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s>
</file>

<file path=ppt/presentation.xml><?xml version="1.0" encoding="utf-8"?>
<p:presentation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autoCompressPictures="0" strictFirstAndLastChars="0" saveSubsetFonts="1">
  <p:sldMasterIdLst>
    <p:sldMasterId id="2147483659" r:id="rId4"/>
  </p:sldMasterIdLst>
  <p:notesMasterIdLst>
    <p:notesMasterId r:id="rId5"/>
  </p:notesMasterIdLst>
  <p:sldIdLst>
    <p:sldId id="256" r:id="rId6"/>
    <p:sldId id="257" r:id="rId7"/>
    <p:sldId id="258" r:id="rId8"/>
    <p:sldId id="259" r:id="rId9"/>
    <p:sldId id="260" r:id="rId10"/>
    <p:sldId id="261" r:id="rId11"/>
    <p:sldId id="262" r:id="rId12"/>
    <p:sldId id="263" r:id="rId13"/>
  </p:sldIdLst>
  <p:sldSz cy="5143500" cx="9144000"/>
  <p:notesSz cx="6858000" cy="9144000"/>
  <p:defaultText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9pPr>
  </p:defaultTextStyle>
  <p:extLst>
    <p:ext uri="{EFAFB233-063F-42B5-8137-9DF3F51BA10A}">
      <p15:sldGuideLst>
        <p15:guide id="1" orient="horz" pos="1620">
          <p15:clr>
            <a:srgbClr val="747775"/>
          </p15:clr>
        </p15:guide>
        <p15:guide id="2" pos="2880">
          <p15:clr>
            <a:srgbClr val="747775"/>
          </p15:clr>
        </p15:guide>
      </p15:sldGuideLst>
    </p:ext>
  </p:extLst>
</p:presentation>
</file>

<file path=ppt/presProps.xml><?xml version="1.0" encoding="utf-8"?>
<p:presentationP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file>

<file path=ppt/viewProps.xml><?xml version="1.0" encoding="utf-8"?>
<p:viewP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Comments="0">
  <p:slideViewPr>
    <p:cSldViewPr snapToGrid="0">
      <p:cViewPr varScale="1">
        <p:scale>
          <a:sx n="100" d="100"/>
          <a:sy n="100" d="100"/>
        </p:scale>
        <p:origin x="0" y="0"/>
      </p:cViewPr>
      <p:guideLst>
        <p:guide pos="1620" orient="horz"/>
        <p:guide pos="2880"/>
      </p:guideLst>
    </p:cSldViewPr>
  </p:slideViewPr>
</p:viewPr>
</file>

<file path=ppt/_rels/presentation.xml.rels><?xml version="1.0" encoding="UTF-8" standalone="yes"?><Relationships xmlns="http://schemas.openxmlformats.org/package/2006/relationships"><Relationship Id="rId11" Type="http://schemas.openxmlformats.org/officeDocument/2006/relationships/slide" Target="slides/slide6.xml"/><Relationship Id="rId10" Type="http://schemas.openxmlformats.org/officeDocument/2006/relationships/slide" Target="slides/slide5.xml"/><Relationship Id="rId13" Type="http://schemas.openxmlformats.org/officeDocument/2006/relationships/slide" Target="slides/slide8.xml"/><Relationship Id="rId12" Type="http://schemas.openxmlformats.org/officeDocument/2006/relationships/slide" Target="slides/slide7.xml"/><Relationship Id="rId1" Type="http://schemas.openxmlformats.org/officeDocument/2006/relationships/theme" Target="theme/theme2.xml"/><Relationship Id="rId2" Type="http://schemas.openxmlformats.org/officeDocument/2006/relationships/viewProps" Target="viewProps.xml"/><Relationship Id="rId3" Type="http://schemas.openxmlformats.org/officeDocument/2006/relationships/presProps" Target="presProps.xml"/><Relationship Id="rId4" Type="http://schemas.openxmlformats.org/officeDocument/2006/relationships/slideMaster" Target="slideMasters/slideMaster1.xml"/><Relationship Id="rId9" Type="http://schemas.openxmlformats.org/officeDocument/2006/relationships/slide" Target="slides/slide4.xml"/><Relationship Id="rId5" Type="http://schemas.openxmlformats.org/officeDocument/2006/relationships/notesMaster" Target="notesMasters/notesMaster1.xml"/><Relationship Id="rId6" Type="http://schemas.openxmlformats.org/officeDocument/2006/relationships/slide" Target="slides/slide1.xml"/><Relationship Id="rId7" Type="http://schemas.openxmlformats.org/officeDocument/2006/relationships/slide" Target="slides/slide2.xml"/><Relationship Id="rId8" Type="http://schemas.openxmlformats.org/officeDocument/2006/relationships/slide" Target="slides/slide3.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1.xml"/></Relationships>
</file>

<file path=ppt/notesMasters/notesMaster1.xml><?xml version="1.0" encoding="utf-8"?>
<p:notesMaste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2" name="Shape 2"/>
        <p:cNvGrpSpPr/>
        <p:nvPr/>
      </p:nvGrpSpPr>
      <p:grpSpPr>
        <a:xfrm>
          <a:off x="0" y="0"/>
          <a:ext cx="0" cy="0"/>
          <a:chOff x="0" y="0"/>
          <a:chExt cx="0" cy="0"/>
        </a:xfrm>
      </p:grpSpPr>
      <p:sp>
        <p:nvSpPr>
          <p:cNvPr id="3" name="Google Shape;3;n"/>
          <p:cNvSpPr/>
          <p:nvPr>
            <p:ph idx="2" type="sldImg"/>
          </p:nvPr>
        </p:nvSpPr>
        <p:spPr>
          <a:xfrm>
            <a:off x="381300" y="685800"/>
            <a:ext cx="6096075" cy="3429000"/>
          </a:xfrm>
          <a:custGeom>
            <a:rect b="b" l="l" r="r" t="t"/>
            <a:pathLst>
              <a:path extrusionOk="0" h="120000" w="120000">
                <a:moveTo>
                  <a:pt x="0" y="0"/>
                </a:moveTo>
                <a:lnTo>
                  <a:pt x="120000" y="0"/>
                </a:lnTo>
                <a:lnTo>
                  <a:pt x="120000" y="120000"/>
                </a:lnTo>
                <a:lnTo>
                  <a:pt x="0" y="120000"/>
                </a:lnTo>
                <a:close/>
              </a:path>
            </a:pathLst>
          </a:custGeom>
          <a:noFill/>
          <a:ln cap="flat" cmpd="sng" w="9525">
            <a:solidFill>
              <a:srgbClr val="000000"/>
            </a:solidFill>
            <a:prstDash val="solid"/>
            <a:round/>
            <a:headEnd len="sm" w="sm" type="none"/>
            <a:tailEnd len="sm" w="sm" type="none"/>
          </a:ln>
        </p:spPr>
      </p:sp>
      <p:sp>
        <p:nvSpPr>
          <p:cNvPr id="4" name="Google Shape;4;n"/>
          <p:cNvSpPr txBox="1"/>
          <p:nvPr>
            <p:ph idx="1" type="body"/>
          </p:nvPr>
        </p:nvSpPr>
        <p:spPr>
          <a:xfrm>
            <a:off x="685800" y="4343400"/>
            <a:ext cx="5486400" cy="4114800"/>
          </a:xfrm>
          <a:prstGeom prst="rect">
            <a:avLst/>
          </a:prstGeom>
          <a:noFill/>
          <a:ln>
            <a:noFill/>
          </a:ln>
        </p:spPr>
        <p:txBody>
          <a:bodyPr anchorCtr="0" anchor="t" bIns="91425" lIns="91425" spcFirstLastPara="1" rIns="91425" wrap="square" tIns="91425">
            <a:noAutofit/>
          </a:bodyPr>
          <a:lstStyle>
            <a:lvl1pPr indent="-298450" lvl="0" marL="457200">
              <a:spcBef>
                <a:spcPts val="0"/>
              </a:spcBef>
              <a:spcAft>
                <a:spcPts val="0"/>
              </a:spcAft>
              <a:buSzPts val="1100"/>
              <a:buChar char="●"/>
              <a:defRPr sz="1100"/>
            </a:lvl1pPr>
            <a:lvl2pPr indent="-298450" lvl="1" marL="914400">
              <a:spcBef>
                <a:spcPts val="0"/>
              </a:spcBef>
              <a:spcAft>
                <a:spcPts val="0"/>
              </a:spcAft>
              <a:buSzPts val="1100"/>
              <a:buChar char="○"/>
              <a:defRPr sz="1100"/>
            </a:lvl2pPr>
            <a:lvl3pPr indent="-298450" lvl="2" marL="1371600">
              <a:spcBef>
                <a:spcPts val="0"/>
              </a:spcBef>
              <a:spcAft>
                <a:spcPts val="0"/>
              </a:spcAft>
              <a:buSzPts val="1100"/>
              <a:buChar char="■"/>
              <a:defRPr sz="1100"/>
            </a:lvl3pPr>
            <a:lvl4pPr indent="-298450" lvl="3" marL="1828800">
              <a:spcBef>
                <a:spcPts val="0"/>
              </a:spcBef>
              <a:spcAft>
                <a:spcPts val="0"/>
              </a:spcAft>
              <a:buSzPts val="1100"/>
              <a:buChar char="●"/>
              <a:defRPr sz="1100"/>
            </a:lvl4pPr>
            <a:lvl5pPr indent="-298450" lvl="4" marL="2286000">
              <a:spcBef>
                <a:spcPts val="0"/>
              </a:spcBef>
              <a:spcAft>
                <a:spcPts val="0"/>
              </a:spcAft>
              <a:buSzPts val="1100"/>
              <a:buChar char="○"/>
              <a:defRPr sz="1100"/>
            </a:lvl5pPr>
            <a:lvl6pPr indent="-298450" lvl="5" marL="2743200">
              <a:spcBef>
                <a:spcPts val="0"/>
              </a:spcBef>
              <a:spcAft>
                <a:spcPts val="0"/>
              </a:spcAft>
              <a:buSzPts val="1100"/>
              <a:buChar char="■"/>
              <a:defRPr sz="1100"/>
            </a:lvl6pPr>
            <a:lvl7pPr indent="-298450" lvl="6" marL="3200400">
              <a:spcBef>
                <a:spcPts val="0"/>
              </a:spcBef>
              <a:spcAft>
                <a:spcPts val="0"/>
              </a:spcAft>
              <a:buSzPts val="1100"/>
              <a:buChar char="●"/>
              <a:defRPr sz="1100"/>
            </a:lvl7pPr>
            <a:lvl8pPr indent="-298450" lvl="7" marL="3657600">
              <a:spcBef>
                <a:spcPts val="0"/>
              </a:spcBef>
              <a:spcAft>
                <a:spcPts val="0"/>
              </a:spcAft>
              <a:buSzPts val="1100"/>
              <a:buChar char="○"/>
              <a:defRPr sz="1100"/>
            </a:lvl8pPr>
            <a:lvl9pPr indent="-298450" lvl="8" marL="4114800">
              <a:spcBef>
                <a:spcPts val="0"/>
              </a:spcBef>
              <a:spcAft>
                <a:spcPts val="0"/>
              </a:spcAft>
              <a:buSzPts val="1100"/>
              <a:buChar char="■"/>
              <a:defRPr sz="1100"/>
            </a:lvl9pPr>
          </a:lstStyle>
          <a:p/>
        </p:txBody>
      </p:sp>
    </p:spTree>
  </p:cSld>
  <p:clrMap accent1="accent1" accent2="accent2" accent3="accent3" accent4="accent4" accent5="accent5" accent6="accent6" bg1="lt1" bg2="dk2" tx1="dk1" tx2="lt2" folHlink="folHlink" hlink="hlink"/>
  <p:notes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50" name="Shape 50"/>
        <p:cNvGrpSpPr/>
        <p:nvPr/>
      </p:nvGrpSpPr>
      <p:grpSpPr>
        <a:xfrm>
          <a:off x="0" y="0"/>
          <a:ext cx="0" cy="0"/>
          <a:chOff x="0" y="0"/>
          <a:chExt cx="0" cy="0"/>
        </a:xfrm>
      </p:grpSpPr>
      <p:sp>
        <p:nvSpPr>
          <p:cNvPr id="51" name="Google Shape;51;h8824fc79a96d018_0_0: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52" name="Google Shape;52;h8824fc79a96d018_0_0: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2.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55" name="Shape 55"/>
        <p:cNvGrpSpPr/>
        <p:nvPr/>
      </p:nvGrpSpPr>
      <p:grpSpPr>
        <a:xfrm>
          <a:off x="0" y="0"/>
          <a:ext cx="0" cy="0"/>
          <a:chOff x="0" y="0"/>
          <a:chExt cx="0" cy="0"/>
        </a:xfrm>
      </p:grpSpPr>
      <p:sp>
        <p:nvSpPr>
          <p:cNvPr id="56" name="Google Shape;56;g396169342f1_0_0: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57" name="Google Shape;57;g396169342f1_0_0: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3.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60" name="Shape 60"/>
        <p:cNvGrpSpPr/>
        <p:nvPr/>
      </p:nvGrpSpPr>
      <p:grpSpPr>
        <a:xfrm>
          <a:off x="0" y="0"/>
          <a:ext cx="0" cy="0"/>
          <a:chOff x="0" y="0"/>
          <a:chExt cx="0" cy="0"/>
        </a:xfrm>
      </p:grpSpPr>
      <p:sp>
        <p:nvSpPr>
          <p:cNvPr id="61" name="Google Shape;61;g3d678bf7346_0_0: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62" name="Google Shape;62;g3d678bf7346_0_0: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4.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65" name="Shape 65"/>
        <p:cNvGrpSpPr/>
        <p:nvPr/>
      </p:nvGrpSpPr>
      <p:grpSpPr>
        <a:xfrm>
          <a:off x="0" y="0"/>
          <a:ext cx="0" cy="0"/>
          <a:chOff x="0" y="0"/>
          <a:chExt cx="0" cy="0"/>
        </a:xfrm>
      </p:grpSpPr>
      <p:sp>
        <p:nvSpPr>
          <p:cNvPr id="66" name="Google Shape;66;g3f5e045cd8f_0_8: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67" name="Google Shape;67;g3f5e045cd8f_0_8: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5.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70" name="Shape 70"/>
        <p:cNvGrpSpPr/>
        <p:nvPr/>
      </p:nvGrpSpPr>
      <p:grpSpPr>
        <a:xfrm>
          <a:off x="0" y="0"/>
          <a:ext cx="0" cy="0"/>
          <a:chOff x="0" y="0"/>
          <a:chExt cx="0" cy="0"/>
        </a:xfrm>
      </p:grpSpPr>
      <p:sp>
        <p:nvSpPr>
          <p:cNvPr id="71" name="Google Shape;71;g3d678bf7346_0_17: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72" name="Google Shape;72;g3d678bf7346_0_17: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6.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75" name="Shape 75"/>
        <p:cNvGrpSpPr/>
        <p:nvPr/>
      </p:nvGrpSpPr>
      <p:grpSpPr>
        <a:xfrm>
          <a:off x="0" y="0"/>
          <a:ext cx="0" cy="0"/>
          <a:chOff x="0" y="0"/>
          <a:chExt cx="0" cy="0"/>
        </a:xfrm>
      </p:grpSpPr>
      <p:sp>
        <p:nvSpPr>
          <p:cNvPr id="76" name="Google Shape;76;g3d678bf7346_0_8: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77" name="Google Shape;77;g3d678bf7346_0_8: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7.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82" name="Shape 82"/>
        <p:cNvGrpSpPr/>
        <p:nvPr/>
      </p:nvGrpSpPr>
      <p:grpSpPr>
        <a:xfrm>
          <a:off x="0" y="0"/>
          <a:ext cx="0" cy="0"/>
          <a:chOff x="0" y="0"/>
          <a:chExt cx="0" cy="0"/>
        </a:xfrm>
      </p:grpSpPr>
      <p:sp>
        <p:nvSpPr>
          <p:cNvPr id="83" name="Google Shape;83;h4a488b9c3ec7d190_0_2: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84" name="Google Shape;84;h4a488b9c3ec7d190_0_2: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8.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87" name="Shape 87"/>
        <p:cNvGrpSpPr/>
        <p:nvPr/>
      </p:nvGrpSpPr>
      <p:grpSpPr>
        <a:xfrm>
          <a:off x="0" y="0"/>
          <a:ext cx="0" cy="0"/>
          <a:chOff x="0" y="0"/>
          <a:chExt cx="0" cy="0"/>
        </a:xfrm>
      </p:grpSpPr>
      <p:sp>
        <p:nvSpPr>
          <p:cNvPr id="88" name="Google Shape;88;g3d678bf7346_0_23: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89" name="Google Shape;89;g3d678bf7346_0_23: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slide" type="title">
  <p:cSld name="TITLE">
    <p:spTree>
      <p:nvGrpSpPr>
        <p:cNvPr id="9" name="Shape 9"/>
        <p:cNvGrpSpPr/>
        <p:nvPr/>
      </p:nvGrpSpPr>
      <p:grpSpPr>
        <a:xfrm>
          <a:off x="0" y="0"/>
          <a:ext cx="0" cy="0"/>
          <a:chOff x="0" y="0"/>
          <a:chExt cx="0" cy="0"/>
        </a:xfrm>
      </p:grpSpPr>
      <p:sp>
        <p:nvSpPr>
          <p:cNvPr id="10" name="Google Shape;10;p2"/>
          <p:cNvSpPr txBox="1"/>
          <p:nvPr>
            <p:ph type="ctrTitle"/>
          </p:nvPr>
        </p:nvSpPr>
        <p:spPr>
          <a:xfrm>
            <a:off x="311708" y="744575"/>
            <a:ext cx="8520600" cy="2052600"/>
          </a:xfrm>
          <a:prstGeom prst="rect">
            <a:avLst/>
          </a:prstGeom>
        </p:spPr>
        <p:txBody>
          <a:bodyPr anchorCtr="0" anchor="b" bIns="91425" lIns="91425" spcFirstLastPara="1" rIns="91425" wrap="square" tIns="91425">
            <a:normAutofit/>
          </a:bodyPr>
          <a:lstStyle>
            <a:lvl1pPr lvl="0" algn="ctr">
              <a:spcBef>
                <a:spcPts val="0"/>
              </a:spcBef>
              <a:spcAft>
                <a:spcPts val="0"/>
              </a:spcAft>
              <a:buSzPts val="5200"/>
              <a:buNone/>
              <a:defRPr sz="5200"/>
            </a:lvl1pPr>
            <a:lvl2pPr lvl="1" algn="ctr">
              <a:spcBef>
                <a:spcPts val="0"/>
              </a:spcBef>
              <a:spcAft>
                <a:spcPts val="0"/>
              </a:spcAft>
              <a:buSzPts val="5200"/>
              <a:buNone/>
              <a:defRPr sz="5200"/>
            </a:lvl2pPr>
            <a:lvl3pPr lvl="2" algn="ctr">
              <a:spcBef>
                <a:spcPts val="0"/>
              </a:spcBef>
              <a:spcAft>
                <a:spcPts val="0"/>
              </a:spcAft>
              <a:buSzPts val="5200"/>
              <a:buNone/>
              <a:defRPr sz="5200"/>
            </a:lvl3pPr>
            <a:lvl4pPr lvl="3" algn="ctr">
              <a:spcBef>
                <a:spcPts val="0"/>
              </a:spcBef>
              <a:spcAft>
                <a:spcPts val="0"/>
              </a:spcAft>
              <a:buSzPts val="5200"/>
              <a:buNone/>
              <a:defRPr sz="5200"/>
            </a:lvl4pPr>
            <a:lvl5pPr lvl="4" algn="ctr">
              <a:spcBef>
                <a:spcPts val="0"/>
              </a:spcBef>
              <a:spcAft>
                <a:spcPts val="0"/>
              </a:spcAft>
              <a:buSzPts val="5200"/>
              <a:buNone/>
              <a:defRPr sz="5200"/>
            </a:lvl5pPr>
            <a:lvl6pPr lvl="5" algn="ctr">
              <a:spcBef>
                <a:spcPts val="0"/>
              </a:spcBef>
              <a:spcAft>
                <a:spcPts val="0"/>
              </a:spcAft>
              <a:buSzPts val="5200"/>
              <a:buNone/>
              <a:defRPr sz="5200"/>
            </a:lvl6pPr>
            <a:lvl7pPr lvl="6" algn="ctr">
              <a:spcBef>
                <a:spcPts val="0"/>
              </a:spcBef>
              <a:spcAft>
                <a:spcPts val="0"/>
              </a:spcAft>
              <a:buSzPts val="5200"/>
              <a:buNone/>
              <a:defRPr sz="5200"/>
            </a:lvl7pPr>
            <a:lvl8pPr lvl="7" algn="ctr">
              <a:spcBef>
                <a:spcPts val="0"/>
              </a:spcBef>
              <a:spcAft>
                <a:spcPts val="0"/>
              </a:spcAft>
              <a:buSzPts val="5200"/>
              <a:buNone/>
              <a:defRPr sz="5200"/>
            </a:lvl8pPr>
            <a:lvl9pPr lvl="8" algn="ctr">
              <a:spcBef>
                <a:spcPts val="0"/>
              </a:spcBef>
              <a:spcAft>
                <a:spcPts val="0"/>
              </a:spcAft>
              <a:buSzPts val="5200"/>
              <a:buNone/>
              <a:defRPr sz="5200"/>
            </a:lvl9pPr>
          </a:lstStyle>
          <a:p/>
        </p:txBody>
      </p:sp>
      <p:sp>
        <p:nvSpPr>
          <p:cNvPr id="11" name="Google Shape;11;p2"/>
          <p:cNvSpPr txBox="1"/>
          <p:nvPr>
            <p:ph idx="1" type="subTitle"/>
          </p:nvPr>
        </p:nvSpPr>
        <p:spPr>
          <a:xfrm>
            <a:off x="311700" y="2834125"/>
            <a:ext cx="8520600" cy="792600"/>
          </a:xfrm>
          <a:prstGeom prst="rect">
            <a:avLst/>
          </a:prstGeom>
        </p:spPr>
        <p:txBody>
          <a:bodyPr anchorCtr="0" anchor="t" bIns="91425" lIns="91425" spcFirstLastPara="1" rIns="91425" wrap="square" tIns="91425">
            <a:normAutofit/>
          </a:bodyPr>
          <a:lstStyle>
            <a:lvl1pPr lvl="0" algn="ctr">
              <a:lnSpc>
                <a:spcPct val="100000"/>
              </a:lnSpc>
              <a:spcBef>
                <a:spcPts val="0"/>
              </a:spcBef>
              <a:spcAft>
                <a:spcPts val="0"/>
              </a:spcAft>
              <a:buSzPts val="2800"/>
              <a:buNone/>
              <a:defRPr sz="2800"/>
            </a:lvl1pPr>
            <a:lvl2pPr lvl="1" algn="ctr">
              <a:lnSpc>
                <a:spcPct val="100000"/>
              </a:lnSpc>
              <a:spcBef>
                <a:spcPts val="0"/>
              </a:spcBef>
              <a:spcAft>
                <a:spcPts val="0"/>
              </a:spcAft>
              <a:buSzPts val="2800"/>
              <a:buNone/>
              <a:defRPr sz="2800"/>
            </a:lvl2pPr>
            <a:lvl3pPr lvl="2" algn="ctr">
              <a:lnSpc>
                <a:spcPct val="100000"/>
              </a:lnSpc>
              <a:spcBef>
                <a:spcPts val="0"/>
              </a:spcBef>
              <a:spcAft>
                <a:spcPts val="0"/>
              </a:spcAft>
              <a:buSzPts val="2800"/>
              <a:buNone/>
              <a:defRPr sz="2800"/>
            </a:lvl3pPr>
            <a:lvl4pPr lvl="3" algn="ctr">
              <a:lnSpc>
                <a:spcPct val="100000"/>
              </a:lnSpc>
              <a:spcBef>
                <a:spcPts val="0"/>
              </a:spcBef>
              <a:spcAft>
                <a:spcPts val="0"/>
              </a:spcAft>
              <a:buSzPts val="2800"/>
              <a:buNone/>
              <a:defRPr sz="2800"/>
            </a:lvl4pPr>
            <a:lvl5pPr lvl="4" algn="ctr">
              <a:lnSpc>
                <a:spcPct val="100000"/>
              </a:lnSpc>
              <a:spcBef>
                <a:spcPts val="0"/>
              </a:spcBef>
              <a:spcAft>
                <a:spcPts val="0"/>
              </a:spcAft>
              <a:buSzPts val="2800"/>
              <a:buNone/>
              <a:defRPr sz="2800"/>
            </a:lvl5pPr>
            <a:lvl6pPr lvl="5" algn="ctr">
              <a:lnSpc>
                <a:spcPct val="100000"/>
              </a:lnSpc>
              <a:spcBef>
                <a:spcPts val="0"/>
              </a:spcBef>
              <a:spcAft>
                <a:spcPts val="0"/>
              </a:spcAft>
              <a:buSzPts val="2800"/>
              <a:buNone/>
              <a:defRPr sz="2800"/>
            </a:lvl6pPr>
            <a:lvl7pPr lvl="6" algn="ctr">
              <a:lnSpc>
                <a:spcPct val="100000"/>
              </a:lnSpc>
              <a:spcBef>
                <a:spcPts val="0"/>
              </a:spcBef>
              <a:spcAft>
                <a:spcPts val="0"/>
              </a:spcAft>
              <a:buSzPts val="2800"/>
              <a:buNone/>
              <a:defRPr sz="2800"/>
            </a:lvl7pPr>
            <a:lvl8pPr lvl="7" algn="ctr">
              <a:lnSpc>
                <a:spcPct val="100000"/>
              </a:lnSpc>
              <a:spcBef>
                <a:spcPts val="0"/>
              </a:spcBef>
              <a:spcAft>
                <a:spcPts val="0"/>
              </a:spcAft>
              <a:buSzPts val="2800"/>
              <a:buNone/>
              <a:defRPr sz="2800"/>
            </a:lvl8pPr>
            <a:lvl9pPr lvl="8" algn="ctr">
              <a:lnSpc>
                <a:spcPct val="100000"/>
              </a:lnSpc>
              <a:spcBef>
                <a:spcPts val="0"/>
              </a:spcBef>
              <a:spcAft>
                <a:spcPts val="0"/>
              </a:spcAft>
              <a:buSzPts val="2800"/>
              <a:buNone/>
              <a:defRPr sz="2800"/>
            </a:lvl9pPr>
          </a:lstStyle>
          <a:p/>
        </p:txBody>
      </p:sp>
      <p:sp>
        <p:nvSpPr>
          <p:cNvPr id="12" name="Google Shape;12;p2"/>
          <p:cNvSpPr txBox="1"/>
          <p:nvPr>
            <p:ph idx="12" type="sldNum"/>
          </p:nvPr>
        </p:nvSpPr>
        <p:spPr>
          <a:xfrm>
            <a:off x="8472458" y="4663217"/>
            <a:ext cx="548700" cy="393600"/>
          </a:xfrm>
          <a:prstGeom prst="rect">
            <a:avLst/>
          </a:prstGeom>
        </p:spPr>
        <p:txBody>
          <a:bodyPr anchorCtr="0" anchor="ctr" bIns="91425" lIns="91425" spcFirstLastPara="1" rIns="91425" wrap="square" tIns="91425">
            <a:normAutofit/>
          </a:bodyPr>
          <a:lstStyle>
            <a:lvl1pPr lvl="0">
              <a:buNone/>
              <a:defRPr/>
            </a:lvl1pPr>
            <a:lvl2pPr lvl="1">
              <a:buNone/>
              <a:defRPr/>
            </a:lvl2pPr>
            <a:lvl3pPr lvl="2">
              <a:buNone/>
              <a:defRPr/>
            </a:lvl3pPr>
            <a:lvl4pPr lvl="3">
              <a:buNone/>
              <a:defRPr/>
            </a:lvl4pPr>
            <a:lvl5pPr lvl="4">
              <a:buNone/>
              <a:defRPr/>
            </a:lvl5pPr>
            <a:lvl6pPr lvl="5">
              <a:buNone/>
              <a:defRPr/>
            </a:lvl6pPr>
            <a:lvl7pPr lvl="6">
              <a:buNone/>
              <a:defRPr/>
            </a:lvl7pPr>
            <a:lvl8pPr lvl="7">
              <a:buNone/>
              <a:defRPr/>
            </a:lvl8pPr>
            <a:lvl9pPr lvl="8">
              <a:buNone/>
              <a:defRPr/>
            </a:lvl9pPr>
          </a:lstStyle>
          <a:p>
            <a:pPr indent="0" lvl="0" marL="0" rtl="0" algn="r">
              <a:spcBef>
                <a:spcPts val="0"/>
              </a:spcBef>
              <a:spcAft>
                <a:spcPts val="0"/>
              </a:spcAft>
              <a:buNone/>
            </a:pPr>
            <a:fld id="{00000000-1234-1234-1234-123412341234}" type="slidenum">
              <a:rPr lang="es-419"/>
              <a:t>‹#›</a:t>
            </a:fld>
            <a:endParaRPr/>
          </a:p>
        </p:txBody>
      </p:sp>
    </p:spTree>
  </p:cSld>
  <p:clrMapOvr>
    <a:masterClrMapping/>
  </p:clrMapOvr>
</p:sldLayout>
</file>

<file path=ppt/slideLayouts/slideLayout2.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Section header" type="secHead">
  <p:cSld name="SECTION_HEADER">
    <p:spTree>
      <p:nvGrpSpPr>
        <p:cNvPr id="13" name="Shape 13"/>
        <p:cNvGrpSpPr/>
        <p:nvPr/>
      </p:nvGrpSpPr>
      <p:grpSpPr>
        <a:xfrm>
          <a:off x="0" y="0"/>
          <a:ext cx="0" cy="0"/>
          <a:chOff x="0" y="0"/>
          <a:chExt cx="0" cy="0"/>
        </a:xfrm>
      </p:grpSpPr>
      <p:sp>
        <p:nvSpPr>
          <p:cNvPr id="14" name="Google Shape;14;p3"/>
          <p:cNvSpPr txBox="1"/>
          <p:nvPr>
            <p:ph type="title"/>
          </p:nvPr>
        </p:nvSpPr>
        <p:spPr>
          <a:xfrm>
            <a:off x="311700" y="2150850"/>
            <a:ext cx="8520600" cy="841800"/>
          </a:xfrm>
          <a:prstGeom prst="rect">
            <a:avLst/>
          </a:prstGeom>
        </p:spPr>
        <p:txBody>
          <a:bodyPr anchorCtr="0" anchor="ctr" bIns="91425" lIns="91425" spcFirstLastPara="1" rIns="91425" wrap="square" tIns="91425">
            <a:normAutofit/>
          </a:bodyPr>
          <a:lstStyle>
            <a:lvl1pPr lvl="0" algn="ctr">
              <a:spcBef>
                <a:spcPts val="0"/>
              </a:spcBef>
              <a:spcAft>
                <a:spcPts val="0"/>
              </a:spcAft>
              <a:buSzPts val="3600"/>
              <a:buNone/>
              <a:defRPr sz="3600"/>
            </a:lvl1pPr>
            <a:lvl2pPr lvl="1" algn="ctr">
              <a:spcBef>
                <a:spcPts val="0"/>
              </a:spcBef>
              <a:spcAft>
                <a:spcPts val="0"/>
              </a:spcAft>
              <a:buSzPts val="3600"/>
              <a:buNone/>
              <a:defRPr sz="3600"/>
            </a:lvl2pPr>
            <a:lvl3pPr lvl="2" algn="ctr">
              <a:spcBef>
                <a:spcPts val="0"/>
              </a:spcBef>
              <a:spcAft>
                <a:spcPts val="0"/>
              </a:spcAft>
              <a:buSzPts val="3600"/>
              <a:buNone/>
              <a:defRPr sz="3600"/>
            </a:lvl3pPr>
            <a:lvl4pPr lvl="3" algn="ctr">
              <a:spcBef>
                <a:spcPts val="0"/>
              </a:spcBef>
              <a:spcAft>
                <a:spcPts val="0"/>
              </a:spcAft>
              <a:buSzPts val="3600"/>
              <a:buNone/>
              <a:defRPr sz="3600"/>
            </a:lvl4pPr>
            <a:lvl5pPr lvl="4" algn="ctr">
              <a:spcBef>
                <a:spcPts val="0"/>
              </a:spcBef>
              <a:spcAft>
                <a:spcPts val="0"/>
              </a:spcAft>
              <a:buSzPts val="3600"/>
              <a:buNone/>
              <a:defRPr sz="3600"/>
            </a:lvl5pPr>
            <a:lvl6pPr lvl="5" algn="ctr">
              <a:spcBef>
                <a:spcPts val="0"/>
              </a:spcBef>
              <a:spcAft>
                <a:spcPts val="0"/>
              </a:spcAft>
              <a:buSzPts val="3600"/>
              <a:buNone/>
              <a:defRPr sz="3600"/>
            </a:lvl6pPr>
            <a:lvl7pPr lvl="6" algn="ctr">
              <a:spcBef>
                <a:spcPts val="0"/>
              </a:spcBef>
              <a:spcAft>
                <a:spcPts val="0"/>
              </a:spcAft>
              <a:buSzPts val="3600"/>
              <a:buNone/>
              <a:defRPr sz="3600"/>
            </a:lvl7pPr>
            <a:lvl8pPr lvl="7" algn="ctr">
              <a:spcBef>
                <a:spcPts val="0"/>
              </a:spcBef>
              <a:spcAft>
                <a:spcPts val="0"/>
              </a:spcAft>
              <a:buSzPts val="3600"/>
              <a:buNone/>
              <a:defRPr sz="3600"/>
            </a:lvl8pPr>
            <a:lvl9pPr lvl="8" algn="ctr">
              <a:spcBef>
                <a:spcPts val="0"/>
              </a:spcBef>
              <a:spcAft>
                <a:spcPts val="0"/>
              </a:spcAft>
              <a:buSzPts val="3600"/>
              <a:buNone/>
              <a:defRPr sz="3600"/>
            </a:lvl9pPr>
          </a:lstStyle>
          <a:p/>
        </p:txBody>
      </p:sp>
      <p:sp>
        <p:nvSpPr>
          <p:cNvPr id="15" name="Google Shape;15;p3"/>
          <p:cNvSpPr txBox="1"/>
          <p:nvPr>
            <p:ph idx="12" type="sldNum"/>
          </p:nvPr>
        </p:nvSpPr>
        <p:spPr>
          <a:xfrm>
            <a:off x="8472458" y="4663217"/>
            <a:ext cx="548700" cy="393600"/>
          </a:xfrm>
          <a:prstGeom prst="rect">
            <a:avLst/>
          </a:prstGeom>
        </p:spPr>
        <p:txBody>
          <a:bodyPr anchorCtr="0" anchor="ctr" bIns="91425" lIns="91425" spcFirstLastPara="1" rIns="91425" wrap="square" tIns="91425">
            <a:normAutofit/>
          </a:bodyPr>
          <a:lstStyle>
            <a:lvl1pPr lvl="0">
              <a:buNone/>
              <a:defRPr/>
            </a:lvl1pPr>
            <a:lvl2pPr lvl="1">
              <a:buNone/>
              <a:defRPr/>
            </a:lvl2pPr>
            <a:lvl3pPr lvl="2">
              <a:buNone/>
              <a:defRPr/>
            </a:lvl3pPr>
            <a:lvl4pPr lvl="3">
              <a:buNone/>
              <a:defRPr/>
            </a:lvl4pPr>
            <a:lvl5pPr lvl="4">
              <a:buNone/>
              <a:defRPr/>
            </a:lvl5pPr>
            <a:lvl6pPr lvl="5">
              <a:buNone/>
              <a:defRPr/>
            </a:lvl6pPr>
            <a:lvl7pPr lvl="6">
              <a:buNone/>
              <a:defRPr/>
            </a:lvl7pPr>
            <a:lvl8pPr lvl="7">
              <a:buNone/>
              <a:defRPr/>
            </a:lvl8pPr>
            <a:lvl9pPr lvl="8">
              <a:buNone/>
              <a:defRPr/>
            </a:lvl9pPr>
          </a:lstStyle>
          <a:p>
            <a:pPr indent="0" lvl="0" marL="0" rtl="0" algn="r">
              <a:spcBef>
                <a:spcPts val="0"/>
              </a:spcBef>
              <a:spcAft>
                <a:spcPts val="0"/>
              </a:spcAft>
              <a:buNone/>
            </a:pPr>
            <a:fld id="{00000000-1234-1234-1234-123412341234}" type="slidenum">
              <a:rPr lang="es-419"/>
              <a:t>‹#›</a:t>
            </a:fld>
            <a:endParaRPr/>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and body" type="tx">
  <p:cSld name="TITLE_AND_BODY">
    <p:spTree>
      <p:nvGrpSpPr>
        <p:cNvPr id="16" name="Shape 16"/>
        <p:cNvGrpSpPr/>
        <p:nvPr/>
      </p:nvGrpSpPr>
      <p:grpSpPr>
        <a:xfrm>
          <a:off x="0" y="0"/>
          <a:ext cx="0" cy="0"/>
          <a:chOff x="0" y="0"/>
          <a:chExt cx="0" cy="0"/>
        </a:xfrm>
      </p:grpSpPr>
      <p:sp>
        <p:nvSpPr>
          <p:cNvPr id="17" name="Google Shape;17;p4"/>
          <p:cNvSpPr txBox="1"/>
          <p:nvPr>
            <p:ph type="title"/>
          </p:nvPr>
        </p:nvSpPr>
        <p:spPr>
          <a:xfrm>
            <a:off x="311700" y="445025"/>
            <a:ext cx="8520600" cy="572700"/>
          </a:xfrm>
          <a:prstGeom prst="rect">
            <a:avLst/>
          </a:prstGeom>
        </p:spPr>
        <p:txBody>
          <a:bodyPr anchorCtr="0" anchor="t" bIns="91425" lIns="91425" spcFirstLastPara="1" rIns="91425" wrap="square" tIns="91425">
            <a:normAutofit/>
          </a:bodyPr>
          <a:lstStyle>
            <a:lvl1pPr lvl="0">
              <a:spcBef>
                <a:spcPts val="0"/>
              </a:spcBef>
              <a:spcAft>
                <a:spcPts val="0"/>
              </a:spcAft>
              <a:buSzPts val="2800"/>
              <a:buNone/>
              <a:defRPr/>
            </a:lvl1pPr>
            <a:lvl2pPr lvl="1">
              <a:spcBef>
                <a:spcPts val="0"/>
              </a:spcBef>
              <a:spcAft>
                <a:spcPts val="0"/>
              </a:spcAft>
              <a:buSzPts val="2800"/>
              <a:buNone/>
              <a:defRPr/>
            </a:lvl2pPr>
            <a:lvl3pPr lvl="2">
              <a:spcBef>
                <a:spcPts val="0"/>
              </a:spcBef>
              <a:spcAft>
                <a:spcPts val="0"/>
              </a:spcAft>
              <a:buSzPts val="2800"/>
              <a:buNone/>
              <a:defRPr/>
            </a:lvl3pPr>
            <a:lvl4pPr lvl="3">
              <a:spcBef>
                <a:spcPts val="0"/>
              </a:spcBef>
              <a:spcAft>
                <a:spcPts val="0"/>
              </a:spcAft>
              <a:buSzPts val="2800"/>
              <a:buNone/>
              <a:defRPr/>
            </a:lvl4pPr>
            <a:lvl5pPr lvl="4">
              <a:spcBef>
                <a:spcPts val="0"/>
              </a:spcBef>
              <a:spcAft>
                <a:spcPts val="0"/>
              </a:spcAft>
              <a:buSzPts val="2800"/>
              <a:buNone/>
              <a:defRPr/>
            </a:lvl5pPr>
            <a:lvl6pPr lvl="5">
              <a:spcBef>
                <a:spcPts val="0"/>
              </a:spcBef>
              <a:spcAft>
                <a:spcPts val="0"/>
              </a:spcAft>
              <a:buSzPts val="2800"/>
              <a:buNone/>
              <a:defRPr/>
            </a:lvl6pPr>
            <a:lvl7pPr lvl="6">
              <a:spcBef>
                <a:spcPts val="0"/>
              </a:spcBef>
              <a:spcAft>
                <a:spcPts val="0"/>
              </a:spcAft>
              <a:buSzPts val="2800"/>
              <a:buNone/>
              <a:defRPr/>
            </a:lvl7pPr>
            <a:lvl8pPr lvl="7">
              <a:spcBef>
                <a:spcPts val="0"/>
              </a:spcBef>
              <a:spcAft>
                <a:spcPts val="0"/>
              </a:spcAft>
              <a:buSzPts val="2800"/>
              <a:buNone/>
              <a:defRPr/>
            </a:lvl8pPr>
            <a:lvl9pPr lvl="8">
              <a:spcBef>
                <a:spcPts val="0"/>
              </a:spcBef>
              <a:spcAft>
                <a:spcPts val="0"/>
              </a:spcAft>
              <a:buSzPts val="2800"/>
              <a:buNone/>
              <a:defRPr/>
            </a:lvl9pPr>
          </a:lstStyle>
          <a:p/>
        </p:txBody>
      </p:sp>
      <p:sp>
        <p:nvSpPr>
          <p:cNvPr id="18" name="Google Shape;18;p4"/>
          <p:cNvSpPr txBox="1"/>
          <p:nvPr>
            <p:ph idx="1" type="body"/>
          </p:nvPr>
        </p:nvSpPr>
        <p:spPr>
          <a:xfrm>
            <a:off x="311700" y="1152475"/>
            <a:ext cx="8520600" cy="3416400"/>
          </a:xfrm>
          <a:prstGeom prst="rect">
            <a:avLst/>
          </a:prstGeom>
        </p:spPr>
        <p:txBody>
          <a:bodyPr anchorCtr="0" anchor="t" bIns="91425" lIns="91425" spcFirstLastPara="1" rIns="91425" wrap="square" tIns="91425">
            <a:normAutofit/>
          </a:bodyPr>
          <a:lstStyle>
            <a:lvl1pPr indent="-342900" lvl="0" marL="457200">
              <a:spcBef>
                <a:spcPts val="0"/>
              </a:spcBef>
              <a:spcAft>
                <a:spcPts val="0"/>
              </a:spcAft>
              <a:buSzPts val="1800"/>
              <a:buChar char="●"/>
              <a:defRPr/>
            </a:lvl1pPr>
            <a:lvl2pPr indent="-317500" lvl="1" marL="914400">
              <a:spcBef>
                <a:spcPts val="0"/>
              </a:spcBef>
              <a:spcAft>
                <a:spcPts val="0"/>
              </a:spcAft>
              <a:buSzPts val="1400"/>
              <a:buChar char="○"/>
              <a:defRPr/>
            </a:lvl2pPr>
            <a:lvl3pPr indent="-317500" lvl="2" marL="1371600">
              <a:spcBef>
                <a:spcPts val="0"/>
              </a:spcBef>
              <a:spcAft>
                <a:spcPts val="0"/>
              </a:spcAft>
              <a:buSzPts val="1400"/>
              <a:buChar char="■"/>
              <a:defRPr/>
            </a:lvl3pPr>
            <a:lvl4pPr indent="-317500" lvl="3" marL="1828800">
              <a:spcBef>
                <a:spcPts val="0"/>
              </a:spcBef>
              <a:spcAft>
                <a:spcPts val="0"/>
              </a:spcAft>
              <a:buSzPts val="1400"/>
              <a:buChar char="●"/>
              <a:defRPr/>
            </a:lvl4pPr>
            <a:lvl5pPr indent="-317500" lvl="4" marL="2286000">
              <a:spcBef>
                <a:spcPts val="0"/>
              </a:spcBef>
              <a:spcAft>
                <a:spcPts val="0"/>
              </a:spcAft>
              <a:buSzPts val="1400"/>
              <a:buChar char="○"/>
              <a:defRPr/>
            </a:lvl5pPr>
            <a:lvl6pPr indent="-317500" lvl="5" marL="2743200">
              <a:spcBef>
                <a:spcPts val="0"/>
              </a:spcBef>
              <a:spcAft>
                <a:spcPts val="0"/>
              </a:spcAft>
              <a:buSzPts val="1400"/>
              <a:buChar char="■"/>
              <a:defRPr/>
            </a:lvl6pPr>
            <a:lvl7pPr indent="-317500" lvl="6" marL="3200400">
              <a:spcBef>
                <a:spcPts val="0"/>
              </a:spcBef>
              <a:spcAft>
                <a:spcPts val="0"/>
              </a:spcAft>
              <a:buSzPts val="1400"/>
              <a:buChar char="●"/>
              <a:defRPr/>
            </a:lvl7pPr>
            <a:lvl8pPr indent="-317500" lvl="7" marL="3657600">
              <a:spcBef>
                <a:spcPts val="0"/>
              </a:spcBef>
              <a:spcAft>
                <a:spcPts val="0"/>
              </a:spcAft>
              <a:buSzPts val="1400"/>
              <a:buChar char="○"/>
              <a:defRPr/>
            </a:lvl8pPr>
            <a:lvl9pPr indent="-317500" lvl="8" marL="4114800">
              <a:spcBef>
                <a:spcPts val="0"/>
              </a:spcBef>
              <a:spcAft>
                <a:spcPts val="0"/>
              </a:spcAft>
              <a:buSzPts val="1400"/>
              <a:buChar char="■"/>
              <a:defRPr/>
            </a:lvl9pPr>
          </a:lstStyle>
          <a:p/>
        </p:txBody>
      </p:sp>
      <p:sp>
        <p:nvSpPr>
          <p:cNvPr id="19" name="Google Shape;19;p4"/>
          <p:cNvSpPr txBox="1"/>
          <p:nvPr>
            <p:ph idx="12" type="sldNum"/>
          </p:nvPr>
        </p:nvSpPr>
        <p:spPr>
          <a:xfrm>
            <a:off x="8472458" y="4663217"/>
            <a:ext cx="548700" cy="393600"/>
          </a:xfrm>
          <a:prstGeom prst="rect">
            <a:avLst/>
          </a:prstGeom>
        </p:spPr>
        <p:txBody>
          <a:bodyPr anchorCtr="0" anchor="ctr" bIns="91425" lIns="91425" spcFirstLastPara="1" rIns="91425" wrap="square" tIns="91425">
            <a:normAutofit/>
          </a:bodyPr>
          <a:lstStyle>
            <a:lvl1pPr lvl="0">
              <a:buNone/>
              <a:defRPr/>
            </a:lvl1pPr>
            <a:lvl2pPr lvl="1">
              <a:buNone/>
              <a:defRPr/>
            </a:lvl2pPr>
            <a:lvl3pPr lvl="2">
              <a:buNone/>
              <a:defRPr/>
            </a:lvl3pPr>
            <a:lvl4pPr lvl="3">
              <a:buNone/>
              <a:defRPr/>
            </a:lvl4pPr>
            <a:lvl5pPr lvl="4">
              <a:buNone/>
              <a:defRPr/>
            </a:lvl5pPr>
            <a:lvl6pPr lvl="5">
              <a:buNone/>
              <a:defRPr/>
            </a:lvl6pPr>
            <a:lvl7pPr lvl="6">
              <a:buNone/>
              <a:defRPr/>
            </a:lvl7pPr>
            <a:lvl8pPr lvl="7">
              <a:buNone/>
              <a:defRPr/>
            </a:lvl8pPr>
            <a:lvl9pPr lvl="8">
              <a:buNone/>
              <a:defRPr/>
            </a:lvl9pPr>
          </a:lstStyle>
          <a:p>
            <a:pPr indent="0" lvl="0" marL="0" rtl="0" algn="r">
              <a:spcBef>
                <a:spcPts val="0"/>
              </a:spcBef>
              <a:spcAft>
                <a:spcPts val="0"/>
              </a:spcAft>
              <a:buNone/>
            </a:pPr>
            <a:fld id="{00000000-1234-1234-1234-123412341234}" type="slidenum">
              <a:rPr lang="es-419"/>
              <a:t>‹#›</a:t>
            </a:fld>
            <a:endParaRPr/>
          </a:p>
        </p:txBody>
      </p:sp>
    </p:spTree>
  </p:cSld>
  <p:clrMapOvr>
    <a:masterClrMapping/>
  </p:clrMapOvr>
</p:sldLayout>
</file>

<file path=ppt/slideLayouts/slideLayout4.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and two columns" type="twoColTx">
  <p:cSld name="TITLE_AND_TWO_COLUMNS">
    <p:spTree>
      <p:nvGrpSpPr>
        <p:cNvPr id="20" name="Shape 20"/>
        <p:cNvGrpSpPr/>
        <p:nvPr/>
      </p:nvGrpSpPr>
      <p:grpSpPr>
        <a:xfrm>
          <a:off x="0" y="0"/>
          <a:ext cx="0" cy="0"/>
          <a:chOff x="0" y="0"/>
          <a:chExt cx="0" cy="0"/>
        </a:xfrm>
      </p:grpSpPr>
      <p:sp>
        <p:nvSpPr>
          <p:cNvPr id="21" name="Google Shape;21;p5"/>
          <p:cNvSpPr txBox="1"/>
          <p:nvPr>
            <p:ph type="title"/>
          </p:nvPr>
        </p:nvSpPr>
        <p:spPr>
          <a:xfrm>
            <a:off x="311700" y="445025"/>
            <a:ext cx="8520600" cy="572700"/>
          </a:xfrm>
          <a:prstGeom prst="rect">
            <a:avLst/>
          </a:prstGeom>
        </p:spPr>
        <p:txBody>
          <a:bodyPr anchorCtr="0" anchor="t" bIns="91425" lIns="91425" spcFirstLastPara="1" rIns="91425" wrap="square" tIns="91425">
            <a:normAutofit/>
          </a:bodyPr>
          <a:lstStyle>
            <a:lvl1pPr lvl="0">
              <a:spcBef>
                <a:spcPts val="0"/>
              </a:spcBef>
              <a:spcAft>
                <a:spcPts val="0"/>
              </a:spcAft>
              <a:buSzPts val="2800"/>
              <a:buNone/>
              <a:defRPr/>
            </a:lvl1pPr>
            <a:lvl2pPr lvl="1">
              <a:spcBef>
                <a:spcPts val="0"/>
              </a:spcBef>
              <a:spcAft>
                <a:spcPts val="0"/>
              </a:spcAft>
              <a:buSzPts val="2800"/>
              <a:buNone/>
              <a:defRPr/>
            </a:lvl2pPr>
            <a:lvl3pPr lvl="2">
              <a:spcBef>
                <a:spcPts val="0"/>
              </a:spcBef>
              <a:spcAft>
                <a:spcPts val="0"/>
              </a:spcAft>
              <a:buSzPts val="2800"/>
              <a:buNone/>
              <a:defRPr/>
            </a:lvl3pPr>
            <a:lvl4pPr lvl="3">
              <a:spcBef>
                <a:spcPts val="0"/>
              </a:spcBef>
              <a:spcAft>
                <a:spcPts val="0"/>
              </a:spcAft>
              <a:buSzPts val="2800"/>
              <a:buNone/>
              <a:defRPr/>
            </a:lvl4pPr>
            <a:lvl5pPr lvl="4">
              <a:spcBef>
                <a:spcPts val="0"/>
              </a:spcBef>
              <a:spcAft>
                <a:spcPts val="0"/>
              </a:spcAft>
              <a:buSzPts val="2800"/>
              <a:buNone/>
              <a:defRPr/>
            </a:lvl5pPr>
            <a:lvl6pPr lvl="5">
              <a:spcBef>
                <a:spcPts val="0"/>
              </a:spcBef>
              <a:spcAft>
                <a:spcPts val="0"/>
              </a:spcAft>
              <a:buSzPts val="2800"/>
              <a:buNone/>
              <a:defRPr/>
            </a:lvl6pPr>
            <a:lvl7pPr lvl="6">
              <a:spcBef>
                <a:spcPts val="0"/>
              </a:spcBef>
              <a:spcAft>
                <a:spcPts val="0"/>
              </a:spcAft>
              <a:buSzPts val="2800"/>
              <a:buNone/>
              <a:defRPr/>
            </a:lvl7pPr>
            <a:lvl8pPr lvl="7">
              <a:spcBef>
                <a:spcPts val="0"/>
              </a:spcBef>
              <a:spcAft>
                <a:spcPts val="0"/>
              </a:spcAft>
              <a:buSzPts val="2800"/>
              <a:buNone/>
              <a:defRPr/>
            </a:lvl8pPr>
            <a:lvl9pPr lvl="8">
              <a:spcBef>
                <a:spcPts val="0"/>
              </a:spcBef>
              <a:spcAft>
                <a:spcPts val="0"/>
              </a:spcAft>
              <a:buSzPts val="2800"/>
              <a:buNone/>
              <a:defRPr/>
            </a:lvl9pPr>
          </a:lstStyle>
          <a:p/>
        </p:txBody>
      </p:sp>
      <p:sp>
        <p:nvSpPr>
          <p:cNvPr id="22" name="Google Shape;22;p5"/>
          <p:cNvSpPr txBox="1"/>
          <p:nvPr>
            <p:ph idx="1" type="body"/>
          </p:nvPr>
        </p:nvSpPr>
        <p:spPr>
          <a:xfrm>
            <a:off x="311700" y="1152475"/>
            <a:ext cx="3999900" cy="3416400"/>
          </a:xfrm>
          <a:prstGeom prst="rect">
            <a:avLst/>
          </a:prstGeom>
        </p:spPr>
        <p:txBody>
          <a:bodyPr anchorCtr="0" anchor="t" bIns="91425" lIns="91425" spcFirstLastPara="1" rIns="91425" wrap="square" tIns="91425">
            <a:normAutofit/>
          </a:bodyPr>
          <a:lstStyle>
            <a:lvl1pPr indent="-317500" lvl="0" marL="457200">
              <a:spcBef>
                <a:spcPts val="0"/>
              </a:spcBef>
              <a:spcAft>
                <a:spcPts val="0"/>
              </a:spcAft>
              <a:buSzPts val="1400"/>
              <a:buChar char="●"/>
              <a:defRPr sz="1400"/>
            </a:lvl1pPr>
            <a:lvl2pPr indent="-304800" lvl="1" marL="914400">
              <a:spcBef>
                <a:spcPts val="0"/>
              </a:spcBef>
              <a:spcAft>
                <a:spcPts val="0"/>
              </a:spcAft>
              <a:buSzPts val="1200"/>
              <a:buChar char="○"/>
              <a:defRPr sz="1200"/>
            </a:lvl2pPr>
            <a:lvl3pPr indent="-304800" lvl="2" marL="1371600">
              <a:spcBef>
                <a:spcPts val="0"/>
              </a:spcBef>
              <a:spcAft>
                <a:spcPts val="0"/>
              </a:spcAft>
              <a:buSzPts val="1200"/>
              <a:buChar char="■"/>
              <a:defRPr sz="1200"/>
            </a:lvl3pPr>
            <a:lvl4pPr indent="-304800" lvl="3" marL="1828800">
              <a:spcBef>
                <a:spcPts val="0"/>
              </a:spcBef>
              <a:spcAft>
                <a:spcPts val="0"/>
              </a:spcAft>
              <a:buSzPts val="1200"/>
              <a:buChar char="●"/>
              <a:defRPr sz="1200"/>
            </a:lvl4pPr>
            <a:lvl5pPr indent="-304800" lvl="4" marL="2286000">
              <a:spcBef>
                <a:spcPts val="0"/>
              </a:spcBef>
              <a:spcAft>
                <a:spcPts val="0"/>
              </a:spcAft>
              <a:buSzPts val="1200"/>
              <a:buChar char="○"/>
              <a:defRPr sz="1200"/>
            </a:lvl5pPr>
            <a:lvl6pPr indent="-304800" lvl="5" marL="2743200">
              <a:spcBef>
                <a:spcPts val="0"/>
              </a:spcBef>
              <a:spcAft>
                <a:spcPts val="0"/>
              </a:spcAft>
              <a:buSzPts val="1200"/>
              <a:buChar char="■"/>
              <a:defRPr sz="1200"/>
            </a:lvl6pPr>
            <a:lvl7pPr indent="-304800" lvl="6" marL="3200400">
              <a:spcBef>
                <a:spcPts val="0"/>
              </a:spcBef>
              <a:spcAft>
                <a:spcPts val="0"/>
              </a:spcAft>
              <a:buSzPts val="1200"/>
              <a:buChar char="●"/>
              <a:defRPr sz="1200"/>
            </a:lvl7pPr>
            <a:lvl8pPr indent="-304800" lvl="7" marL="3657600">
              <a:spcBef>
                <a:spcPts val="0"/>
              </a:spcBef>
              <a:spcAft>
                <a:spcPts val="0"/>
              </a:spcAft>
              <a:buSzPts val="1200"/>
              <a:buChar char="○"/>
              <a:defRPr sz="1200"/>
            </a:lvl8pPr>
            <a:lvl9pPr indent="-304800" lvl="8" marL="4114800">
              <a:spcBef>
                <a:spcPts val="0"/>
              </a:spcBef>
              <a:spcAft>
                <a:spcPts val="0"/>
              </a:spcAft>
              <a:buSzPts val="1200"/>
              <a:buChar char="■"/>
              <a:defRPr sz="1200"/>
            </a:lvl9pPr>
          </a:lstStyle>
          <a:p/>
        </p:txBody>
      </p:sp>
      <p:sp>
        <p:nvSpPr>
          <p:cNvPr id="23" name="Google Shape;23;p5"/>
          <p:cNvSpPr txBox="1"/>
          <p:nvPr>
            <p:ph idx="2" type="body"/>
          </p:nvPr>
        </p:nvSpPr>
        <p:spPr>
          <a:xfrm>
            <a:off x="4832400" y="1152475"/>
            <a:ext cx="3999900" cy="3416400"/>
          </a:xfrm>
          <a:prstGeom prst="rect">
            <a:avLst/>
          </a:prstGeom>
        </p:spPr>
        <p:txBody>
          <a:bodyPr anchorCtr="0" anchor="t" bIns="91425" lIns="91425" spcFirstLastPara="1" rIns="91425" wrap="square" tIns="91425">
            <a:normAutofit/>
          </a:bodyPr>
          <a:lstStyle>
            <a:lvl1pPr indent="-317500" lvl="0" marL="457200">
              <a:spcBef>
                <a:spcPts val="0"/>
              </a:spcBef>
              <a:spcAft>
                <a:spcPts val="0"/>
              </a:spcAft>
              <a:buSzPts val="1400"/>
              <a:buChar char="●"/>
              <a:defRPr sz="1400"/>
            </a:lvl1pPr>
            <a:lvl2pPr indent="-304800" lvl="1" marL="914400">
              <a:spcBef>
                <a:spcPts val="0"/>
              </a:spcBef>
              <a:spcAft>
                <a:spcPts val="0"/>
              </a:spcAft>
              <a:buSzPts val="1200"/>
              <a:buChar char="○"/>
              <a:defRPr sz="1200"/>
            </a:lvl2pPr>
            <a:lvl3pPr indent="-304800" lvl="2" marL="1371600">
              <a:spcBef>
                <a:spcPts val="0"/>
              </a:spcBef>
              <a:spcAft>
                <a:spcPts val="0"/>
              </a:spcAft>
              <a:buSzPts val="1200"/>
              <a:buChar char="■"/>
              <a:defRPr sz="1200"/>
            </a:lvl3pPr>
            <a:lvl4pPr indent="-304800" lvl="3" marL="1828800">
              <a:spcBef>
                <a:spcPts val="0"/>
              </a:spcBef>
              <a:spcAft>
                <a:spcPts val="0"/>
              </a:spcAft>
              <a:buSzPts val="1200"/>
              <a:buChar char="●"/>
              <a:defRPr sz="1200"/>
            </a:lvl4pPr>
            <a:lvl5pPr indent="-304800" lvl="4" marL="2286000">
              <a:spcBef>
                <a:spcPts val="0"/>
              </a:spcBef>
              <a:spcAft>
                <a:spcPts val="0"/>
              </a:spcAft>
              <a:buSzPts val="1200"/>
              <a:buChar char="○"/>
              <a:defRPr sz="1200"/>
            </a:lvl5pPr>
            <a:lvl6pPr indent="-304800" lvl="5" marL="2743200">
              <a:spcBef>
                <a:spcPts val="0"/>
              </a:spcBef>
              <a:spcAft>
                <a:spcPts val="0"/>
              </a:spcAft>
              <a:buSzPts val="1200"/>
              <a:buChar char="■"/>
              <a:defRPr sz="1200"/>
            </a:lvl6pPr>
            <a:lvl7pPr indent="-304800" lvl="6" marL="3200400">
              <a:spcBef>
                <a:spcPts val="0"/>
              </a:spcBef>
              <a:spcAft>
                <a:spcPts val="0"/>
              </a:spcAft>
              <a:buSzPts val="1200"/>
              <a:buChar char="●"/>
              <a:defRPr sz="1200"/>
            </a:lvl7pPr>
            <a:lvl8pPr indent="-304800" lvl="7" marL="3657600">
              <a:spcBef>
                <a:spcPts val="0"/>
              </a:spcBef>
              <a:spcAft>
                <a:spcPts val="0"/>
              </a:spcAft>
              <a:buSzPts val="1200"/>
              <a:buChar char="○"/>
              <a:defRPr sz="1200"/>
            </a:lvl8pPr>
            <a:lvl9pPr indent="-304800" lvl="8" marL="4114800">
              <a:spcBef>
                <a:spcPts val="0"/>
              </a:spcBef>
              <a:spcAft>
                <a:spcPts val="0"/>
              </a:spcAft>
              <a:buSzPts val="1200"/>
              <a:buChar char="■"/>
              <a:defRPr sz="1200"/>
            </a:lvl9pPr>
          </a:lstStyle>
          <a:p/>
        </p:txBody>
      </p:sp>
      <p:sp>
        <p:nvSpPr>
          <p:cNvPr id="24" name="Google Shape;24;p5"/>
          <p:cNvSpPr txBox="1"/>
          <p:nvPr>
            <p:ph idx="12" type="sldNum"/>
          </p:nvPr>
        </p:nvSpPr>
        <p:spPr>
          <a:xfrm>
            <a:off x="8472458" y="4663217"/>
            <a:ext cx="548700" cy="393600"/>
          </a:xfrm>
          <a:prstGeom prst="rect">
            <a:avLst/>
          </a:prstGeom>
        </p:spPr>
        <p:txBody>
          <a:bodyPr anchorCtr="0" anchor="ctr" bIns="91425" lIns="91425" spcFirstLastPara="1" rIns="91425" wrap="square" tIns="91425">
            <a:normAutofit/>
          </a:bodyPr>
          <a:lstStyle>
            <a:lvl1pPr lvl="0">
              <a:buNone/>
              <a:defRPr/>
            </a:lvl1pPr>
            <a:lvl2pPr lvl="1">
              <a:buNone/>
              <a:defRPr/>
            </a:lvl2pPr>
            <a:lvl3pPr lvl="2">
              <a:buNone/>
              <a:defRPr/>
            </a:lvl3pPr>
            <a:lvl4pPr lvl="3">
              <a:buNone/>
              <a:defRPr/>
            </a:lvl4pPr>
            <a:lvl5pPr lvl="4">
              <a:buNone/>
              <a:defRPr/>
            </a:lvl5pPr>
            <a:lvl6pPr lvl="5">
              <a:buNone/>
              <a:defRPr/>
            </a:lvl6pPr>
            <a:lvl7pPr lvl="6">
              <a:buNone/>
              <a:defRPr/>
            </a:lvl7pPr>
            <a:lvl8pPr lvl="7">
              <a:buNone/>
              <a:defRPr/>
            </a:lvl8pPr>
            <a:lvl9pPr lvl="8">
              <a:buNone/>
              <a:defRPr/>
            </a:lvl9pPr>
          </a:lstStyle>
          <a:p>
            <a:pPr indent="0" lvl="0" marL="0" rtl="0" algn="r">
              <a:spcBef>
                <a:spcPts val="0"/>
              </a:spcBef>
              <a:spcAft>
                <a:spcPts val="0"/>
              </a:spcAft>
              <a:buNone/>
            </a:pPr>
            <a:fld id="{00000000-1234-1234-1234-123412341234}" type="slidenum">
              <a:rPr lang="es-419"/>
              <a:t>‹#›</a:t>
            </a:fld>
            <a:endParaRPr/>
          </a:p>
        </p:txBody>
      </p:sp>
    </p:spTree>
  </p:cSld>
  <p:clrMapOvr>
    <a:masterClrMapping/>
  </p:clrMapOvr>
</p:sldLayout>
</file>

<file path=ppt/slideLayouts/slideLayout5.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only" type="titleOnly">
  <p:cSld name="TITLE_ONLY">
    <p:spTree>
      <p:nvGrpSpPr>
        <p:cNvPr id="25" name="Shape 25"/>
        <p:cNvGrpSpPr/>
        <p:nvPr/>
      </p:nvGrpSpPr>
      <p:grpSpPr>
        <a:xfrm>
          <a:off x="0" y="0"/>
          <a:ext cx="0" cy="0"/>
          <a:chOff x="0" y="0"/>
          <a:chExt cx="0" cy="0"/>
        </a:xfrm>
      </p:grpSpPr>
      <p:sp>
        <p:nvSpPr>
          <p:cNvPr id="26" name="Google Shape;26;p6"/>
          <p:cNvSpPr txBox="1"/>
          <p:nvPr>
            <p:ph type="title"/>
          </p:nvPr>
        </p:nvSpPr>
        <p:spPr>
          <a:xfrm>
            <a:off x="311700" y="445025"/>
            <a:ext cx="8520600" cy="572700"/>
          </a:xfrm>
          <a:prstGeom prst="rect">
            <a:avLst/>
          </a:prstGeom>
        </p:spPr>
        <p:txBody>
          <a:bodyPr anchorCtr="0" anchor="t" bIns="91425" lIns="91425" spcFirstLastPara="1" rIns="91425" wrap="square" tIns="91425">
            <a:normAutofit/>
          </a:bodyPr>
          <a:lstStyle>
            <a:lvl1pPr lvl="0">
              <a:spcBef>
                <a:spcPts val="0"/>
              </a:spcBef>
              <a:spcAft>
                <a:spcPts val="0"/>
              </a:spcAft>
              <a:buSzPts val="2800"/>
              <a:buNone/>
              <a:defRPr/>
            </a:lvl1pPr>
            <a:lvl2pPr lvl="1">
              <a:spcBef>
                <a:spcPts val="0"/>
              </a:spcBef>
              <a:spcAft>
                <a:spcPts val="0"/>
              </a:spcAft>
              <a:buSzPts val="2800"/>
              <a:buNone/>
              <a:defRPr/>
            </a:lvl2pPr>
            <a:lvl3pPr lvl="2">
              <a:spcBef>
                <a:spcPts val="0"/>
              </a:spcBef>
              <a:spcAft>
                <a:spcPts val="0"/>
              </a:spcAft>
              <a:buSzPts val="2800"/>
              <a:buNone/>
              <a:defRPr/>
            </a:lvl3pPr>
            <a:lvl4pPr lvl="3">
              <a:spcBef>
                <a:spcPts val="0"/>
              </a:spcBef>
              <a:spcAft>
                <a:spcPts val="0"/>
              </a:spcAft>
              <a:buSzPts val="2800"/>
              <a:buNone/>
              <a:defRPr/>
            </a:lvl4pPr>
            <a:lvl5pPr lvl="4">
              <a:spcBef>
                <a:spcPts val="0"/>
              </a:spcBef>
              <a:spcAft>
                <a:spcPts val="0"/>
              </a:spcAft>
              <a:buSzPts val="2800"/>
              <a:buNone/>
              <a:defRPr/>
            </a:lvl5pPr>
            <a:lvl6pPr lvl="5">
              <a:spcBef>
                <a:spcPts val="0"/>
              </a:spcBef>
              <a:spcAft>
                <a:spcPts val="0"/>
              </a:spcAft>
              <a:buSzPts val="2800"/>
              <a:buNone/>
              <a:defRPr/>
            </a:lvl6pPr>
            <a:lvl7pPr lvl="6">
              <a:spcBef>
                <a:spcPts val="0"/>
              </a:spcBef>
              <a:spcAft>
                <a:spcPts val="0"/>
              </a:spcAft>
              <a:buSzPts val="2800"/>
              <a:buNone/>
              <a:defRPr/>
            </a:lvl7pPr>
            <a:lvl8pPr lvl="7">
              <a:spcBef>
                <a:spcPts val="0"/>
              </a:spcBef>
              <a:spcAft>
                <a:spcPts val="0"/>
              </a:spcAft>
              <a:buSzPts val="2800"/>
              <a:buNone/>
              <a:defRPr/>
            </a:lvl8pPr>
            <a:lvl9pPr lvl="8">
              <a:spcBef>
                <a:spcPts val="0"/>
              </a:spcBef>
              <a:spcAft>
                <a:spcPts val="0"/>
              </a:spcAft>
              <a:buSzPts val="2800"/>
              <a:buNone/>
              <a:defRPr/>
            </a:lvl9pPr>
          </a:lstStyle>
          <a:p/>
        </p:txBody>
      </p:sp>
      <p:sp>
        <p:nvSpPr>
          <p:cNvPr id="27" name="Google Shape;27;p6"/>
          <p:cNvSpPr txBox="1"/>
          <p:nvPr>
            <p:ph idx="12" type="sldNum"/>
          </p:nvPr>
        </p:nvSpPr>
        <p:spPr>
          <a:xfrm>
            <a:off x="8472458" y="4663217"/>
            <a:ext cx="548700" cy="393600"/>
          </a:xfrm>
          <a:prstGeom prst="rect">
            <a:avLst/>
          </a:prstGeom>
        </p:spPr>
        <p:txBody>
          <a:bodyPr anchorCtr="0" anchor="ctr" bIns="91425" lIns="91425" spcFirstLastPara="1" rIns="91425" wrap="square" tIns="91425">
            <a:normAutofit/>
          </a:bodyPr>
          <a:lstStyle>
            <a:lvl1pPr lvl="0">
              <a:buNone/>
              <a:defRPr/>
            </a:lvl1pPr>
            <a:lvl2pPr lvl="1">
              <a:buNone/>
              <a:defRPr/>
            </a:lvl2pPr>
            <a:lvl3pPr lvl="2">
              <a:buNone/>
              <a:defRPr/>
            </a:lvl3pPr>
            <a:lvl4pPr lvl="3">
              <a:buNone/>
              <a:defRPr/>
            </a:lvl4pPr>
            <a:lvl5pPr lvl="4">
              <a:buNone/>
              <a:defRPr/>
            </a:lvl5pPr>
            <a:lvl6pPr lvl="5">
              <a:buNone/>
              <a:defRPr/>
            </a:lvl6pPr>
            <a:lvl7pPr lvl="6">
              <a:buNone/>
              <a:defRPr/>
            </a:lvl7pPr>
            <a:lvl8pPr lvl="7">
              <a:buNone/>
              <a:defRPr/>
            </a:lvl8pPr>
            <a:lvl9pPr lvl="8">
              <a:buNone/>
              <a:defRPr/>
            </a:lvl9pPr>
          </a:lstStyle>
          <a:p>
            <a:pPr indent="0" lvl="0" marL="0" rtl="0" algn="r">
              <a:spcBef>
                <a:spcPts val="0"/>
              </a:spcBef>
              <a:spcAft>
                <a:spcPts val="0"/>
              </a:spcAft>
              <a:buNone/>
            </a:pPr>
            <a:fld id="{00000000-1234-1234-1234-123412341234}" type="slidenum">
              <a:rPr lang="es-419"/>
              <a:t>‹#›</a:t>
            </a:fld>
            <a:endParaRPr/>
          </a:p>
        </p:txBody>
      </p:sp>
    </p:spTree>
  </p:cSld>
  <p:clrMapOvr>
    <a:masterClrMapping/>
  </p:clrMapOvr>
</p:sldLayout>
</file>

<file path=ppt/slideLayouts/slideLayout6.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One column text">
  <p:cSld name="ONE_COLUMN_TEXT">
    <p:spTree>
      <p:nvGrpSpPr>
        <p:cNvPr id="28" name="Shape 28"/>
        <p:cNvGrpSpPr/>
        <p:nvPr/>
      </p:nvGrpSpPr>
      <p:grpSpPr>
        <a:xfrm>
          <a:off x="0" y="0"/>
          <a:ext cx="0" cy="0"/>
          <a:chOff x="0" y="0"/>
          <a:chExt cx="0" cy="0"/>
        </a:xfrm>
      </p:grpSpPr>
      <p:sp>
        <p:nvSpPr>
          <p:cNvPr id="29" name="Google Shape;29;p7"/>
          <p:cNvSpPr txBox="1"/>
          <p:nvPr>
            <p:ph type="title"/>
          </p:nvPr>
        </p:nvSpPr>
        <p:spPr>
          <a:xfrm>
            <a:off x="311700" y="555600"/>
            <a:ext cx="2808000" cy="755700"/>
          </a:xfrm>
          <a:prstGeom prst="rect">
            <a:avLst/>
          </a:prstGeom>
        </p:spPr>
        <p:txBody>
          <a:bodyPr anchorCtr="0" anchor="b" bIns="91425" lIns="91425" spcFirstLastPara="1" rIns="91425" wrap="square" tIns="91425">
            <a:normAutofit/>
          </a:bodyPr>
          <a:lstStyle>
            <a:lvl1pPr lvl="0">
              <a:spcBef>
                <a:spcPts val="0"/>
              </a:spcBef>
              <a:spcAft>
                <a:spcPts val="0"/>
              </a:spcAft>
              <a:buSzPts val="2400"/>
              <a:buNone/>
              <a:defRPr sz="2400"/>
            </a:lvl1pPr>
            <a:lvl2pPr lvl="1">
              <a:spcBef>
                <a:spcPts val="0"/>
              </a:spcBef>
              <a:spcAft>
                <a:spcPts val="0"/>
              </a:spcAft>
              <a:buSzPts val="2400"/>
              <a:buNone/>
              <a:defRPr sz="2400"/>
            </a:lvl2pPr>
            <a:lvl3pPr lvl="2">
              <a:spcBef>
                <a:spcPts val="0"/>
              </a:spcBef>
              <a:spcAft>
                <a:spcPts val="0"/>
              </a:spcAft>
              <a:buSzPts val="2400"/>
              <a:buNone/>
              <a:defRPr sz="2400"/>
            </a:lvl3pPr>
            <a:lvl4pPr lvl="3">
              <a:spcBef>
                <a:spcPts val="0"/>
              </a:spcBef>
              <a:spcAft>
                <a:spcPts val="0"/>
              </a:spcAft>
              <a:buSzPts val="2400"/>
              <a:buNone/>
              <a:defRPr sz="2400"/>
            </a:lvl4pPr>
            <a:lvl5pPr lvl="4">
              <a:spcBef>
                <a:spcPts val="0"/>
              </a:spcBef>
              <a:spcAft>
                <a:spcPts val="0"/>
              </a:spcAft>
              <a:buSzPts val="2400"/>
              <a:buNone/>
              <a:defRPr sz="2400"/>
            </a:lvl5pPr>
            <a:lvl6pPr lvl="5">
              <a:spcBef>
                <a:spcPts val="0"/>
              </a:spcBef>
              <a:spcAft>
                <a:spcPts val="0"/>
              </a:spcAft>
              <a:buSzPts val="2400"/>
              <a:buNone/>
              <a:defRPr sz="2400"/>
            </a:lvl6pPr>
            <a:lvl7pPr lvl="6">
              <a:spcBef>
                <a:spcPts val="0"/>
              </a:spcBef>
              <a:spcAft>
                <a:spcPts val="0"/>
              </a:spcAft>
              <a:buSzPts val="2400"/>
              <a:buNone/>
              <a:defRPr sz="2400"/>
            </a:lvl7pPr>
            <a:lvl8pPr lvl="7">
              <a:spcBef>
                <a:spcPts val="0"/>
              </a:spcBef>
              <a:spcAft>
                <a:spcPts val="0"/>
              </a:spcAft>
              <a:buSzPts val="2400"/>
              <a:buNone/>
              <a:defRPr sz="2400"/>
            </a:lvl8pPr>
            <a:lvl9pPr lvl="8">
              <a:spcBef>
                <a:spcPts val="0"/>
              </a:spcBef>
              <a:spcAft>
                <a:spcPts val="0"/>
              </a:spcAft>
              <a:buSzPts val="2400"/>
              <a:buNone/>
              <a:defRPr sz="2400"/>
            </a:lvl9pPr>
          </a:lstStyle>
          <a:p/>
        </p:txBody>
      </p:sp>
      <p:sp>
        <p:nvSpPr>
          <p:cNvPr id="30" name="Google Shape;30;p7"/>
          <p:cNvSpPr txBox="1"/>
          <p:nvPr>
            <p:ph idx="1" type="body"/>
          </p:nvPr>
        </p:nvSpPr>
        <p:spPr>
          <a:xfrm>
            <a:off x="311700" y="1389600"/>
            <a:ext cx="2808000" cy="3179400"/>
          </a:xfrm>
          <a:prstGeom prst="rect">
            <a:avLst/>
          </a:prstGeom>
        </p:spPr>
        <p:txBody>
          <a:bodyPr anchorCtr="0" anchor="t" bIns="91425" lIns="91425" spcFirstLastPara="1" rIns="91425" wrap="square" tIns="91425">
            <a:normAutofit/>
          </a:bodyPr>
          <a:lstStyle>
            <a:lvl1pPr indent="-304800" lvl="0" marL="457200">
              <a:spcBef>
                <a:spcPts val="0"/>
              </a:spcBef>
              <a:spcAft>
                <a:spcPts val="0"/>
              </a:spcAft>
              <a:buSzPts val="1200"/>
              <a:buChar char="●"/>
              <a:defRPr sz="1200"/>
            </a:lvl1pPr>
            <a:lvl2pPr indent="-304800" lvl="1" marL="914400">
              <a:spcBef>
                <a:spcPts val="0"/>
              </a:spcBef>
              <a:spcAft>
                <a:spcPts val="0"/>
              </a:spcAft>
              <a:buSzPts val="1200"/>
              <a:buChar char="○"/>
              <a:defRPr sz="1200"/>
            </a:lvl2pPr>
            <a:lvl3pPr indent="-304800" lvl="2" marL="1371600">
              <a:spcBef>
                <a:spcPts val="0"/>
              </a:spcBef>
              <a:spcAft>
                <a:spcPts val="0"/>
              </a:spcAft>
              <a:buSzPts val="1200"/>
              <a:buChar char="■"/>
              <a:defRPr sz="1200"/>
            </a:lvl3pPr>
            <a:lvl4pPr indent="-304800" lvl="3" marL="1828800">
              <a:spcBef>
                <a:spcPts val="0"/>
              </a:spcBef>
              <a:spcAft>
                <a:spcPts val="0"/>
              </a:spcAft>
              <a:buSzPts val="1200"/>
              <a:buChar char="●"/>
              <a:defRPr sz="1200"/>
            </a:lvl4pPr>
            <a:lvl5pPr indent="-304800" lvl="4" marL="2286000">
              <a:spcBef>
                <a:spcPts val="0"/>
              </a:spcBef>
              <a:spcAft>
                <a:spcPts val="0"/>
              </a:spcAft>
              <a:buSzPts val="1200"/>
              <a:buChar char="○"/>
              <a:defRPr sz="1200"/>
            </a:lvl5pPr>
            <a:lvl6pPr indent="-304800" lvl="5" marL="2743200">
              <a:spcBef>
                <a:spcPts val="0"/>
              </a:spcBef>
              <a:spcAft>
                <a:spcPts val="0"/>
              </a:spcAft>
              <a:buSzPts val="1200"/>
              <a:buChar char="■"/>
              <a:defRPr sz="1200"/>
            </a:lvl6pPr>
            <a:lvl7pPr indent="-304800" lvl="6" marL="3200400">
              <a:spcBef>
                <a:spcPts val="0"/>
              </a:spcBef>
              <a:spcAft>
                <a:spcPts val="0"/>
              </a:spcAft>
              <a:buSzPts val="1200"/>
              <a:buChar char="●"/>
              <a:defRPr sz="1200"/>
            </a:lvl7pPr>
            <a:lvl8pPr indent="-304800" lvl="7" marL="3657600">
              <a:spcBef>
                <a:spcPts val="0"/>
              </a:spcBef>
              <a:spcAft>
                <a:spcPts val="0"/>
              </a:spcAft>
              <a:buSzPts val="1200"/>
              <a:buChar char="○"/>
              <a:defRPr sz="1200"/>
            </a:lvl8pPr>
            <a:lvl9pPr indent="-304800" lvl="8" marL="4114800">
              <a:spcBef>
                <a:spcPts val="0"/>
              </a:spcBef>
              <a:spcAft>
                <a:spcPts val="0"/>
              </a:spcAft>
              <a:buSzPts val="1200"/>
              <a:buChar char="■"/>
              <a:defRPr sz="1200"/>
            </a:lvl9pPr>
          </a:lstStyle>
          <a:p/>
        </p:txBody>
      </p:sp>
      <p:sp>
        <p:nvSpPr>
          <p:cNvPr id="31" name="Google Shape;31;p7"/>
          <p:cNvSpPr txBox="1"/>
          <p:nvPr>
            <p:ph idx="12" type="sldNum"/>
          </p:nvPr>
        </p:nvSpPr>
        <p:spPr>
          <a:xfrm>
            <a:off x="8472458" y="4663217"/>
            <a:ext cx="548700" cy="393600"/>
          </a:xfrm>
          <a:prstGeom prst="rect">
            <a:avLst/>
          </a:prstGeom>
        </p:spPr>
        <p:txBody>
          <a:bodyPr anchorCtr="0" anchor="ctr" bIns="91425" lIns="91425" spcFirstLastPara="1" rIns="91425" wrap="square" tIns="91425">
            <a:normAutofit/>
          </a:bodyPr>
          <a:lstStyle>
            <a:lvl1pPr lvl="0">
              <a:buNone/>
              <a:defRPr/>
            </a:lvl1pPr>
            <a:lvl2pPr lvl="1">
              <a:buNone/>
              <a:defRPr/>
            </a:lvl2pPr>
            <a:lvl3pPr lvl="2">
              <a:buNone/>
              <a:defRPr/>
            </a:lvl3pPr>
            <a:lvl4pPr lvl="3">
              <a:buNone/>
              <a:defRPr/>
            </a:lvl4pPr>
            <a:lvl5pPr lvl="4">
              <a:buNone/>
              <a:defRPr/>
            </a:lvl5pPr>
            <a:lvl6pPr lvl="5">
              <a:buNone/>
              <a:defRPr/>
            </a:lvl6pPr>
            <a:lvl7pPr lvl="6">
              <a:buNone/>
              <a:defRPr/>
            </a:lvl7pPr>
            <a:lvl8pPr lvl="7">
              <a:buNone/>
              <a:defRPr/>
            </a:lvl8pPr>
            <a:lvl9pPr lvl="8">
              <a:buNone/>
              <a:defRPr/>
            </a:lvl9pPr>
          </a:lstStyle>
          <a:p>
            <a:pPr indent="0" lvl="0" marL="0" rtl="0" algn="r">
              <a:spcBef>
                <a:spcPts val="0"/>
              </a:spcBef>
              <a:spcAft>
                <a:spcPts val="0"/>
              </a:spcAft>
              <a:buNone/>
            </a:pPr>
            <a:fld id="{00000000-1234-1234-1234-123412341234}" type="slidenum">
              <a:rPr lang="es-419"/>
              <a:t>‹#›</a:t>
            </a:fld>
            <a:endParaRPr/>
          </a:p>
        </p:txBody>
      </p:sp>
    </p:spTree>
  </p:cSld>
  <p:clrMapOvr>
    <a:masterClrMapping/>
  </p:clrMapOvr>
</p:sldLayout>
</file>

<file path=ppt/slideLayouts/slideLayout7.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Main point">
  <p:cSld name="MAIN_POINT">
    <p:spTree>
      <p:nvGrpSpPr>
        <p:cNvPr id="32" name="Shape 32"/>
        <p:cNvGrpSpPr/>
        <p:nvPr/>
      </p:nvGrpSpPr>
      <p:grpSpPr>
        <a:xfrm>
          <a:off x="0" y="0"/>
          <a:ext cx="0" cy="0"/>
          <a:chOff x="0" y="0"/>
          <a:chExt cx="0" cy="0"/>
        </a:xfrm>
      </p:grpSpPr>
      <p:sp>
        <p:nvSpPr>
          <p:cNvPr id="33" name="Google Shape;33;p8"/>
          <p:cNvSpPr txBox="1"/>
          <p:nvPr>
            <p:ph type="title"/>
          </p:nvPr>
        </p:nvSpPr>
        <p:spPr>
          <a:xfrm>
            <a:off x="490250" y="450150"/>
            <a:ext cx="6367800" cy="4090800"/>
          </a:xfrm>
          <a:prstGeom prst="rect">
            <a:avLst/>
          </a:prstGeom>
        </p:spPr>
        <p:txBody>
          <a:bodyPr anchorCtr="0" anchor="ctr" bIns="91425" lIns="91425" spcFirstLastPara="1" rIns="91425" wrap="square" tIns="91425">
            <a:normAutofit/>
          </a:bodyPr>
          <a:lstStyle>
            <a:lvl1pPr lvl="0">
              <a:spcBef>
                <a:spcPts val="0"/>
              </a:spcBef>
              <a:spcAft>
                <a:spcPts val="0"/>
              </a:spcAft>
              <a:buSzPts val="4800"/>
              <a:buNone/>
              <a:defRPr sz="4800"/>
            </a:lvl1pPr>
            <a:lvl2pPr lvl="1">
              <a:spcBef>
                <a:spcPts val="0"/>
              </a:spcBef>
              <a:spcAft>
                <a:spcPts val="0"/>
              </a:spcAft>
              <a:buSzPts val="4800"/>
              <a:buNone/>
              <a:defRPr sz="4800"/>
            </a:lvl2pPr>
            <a:lvl3pPr lvl="2">
              <a:spcBef>
                <a:spcPts val="0"/>
              </a:spcBef>
              <a:spcAft>
                <a:spcPts val="0"/>
              </a:spcAft>
              <a:buSzPts val="4800"/>
              <a:buNone/>
              <a:defRPr sz="4800"/>
            </a:lvl3pPr>
            <a:lvl4pPr lvl="3">
              <a:spcBef>
                <a:spcPts val="0"/>
              </a:spcBef>
              <a:spcAft>
                <a:spcPts val="0"/>
              </a:spcAft>
              <a:buSzPts val="4800"/>
              <a:buNone/>
              <a:defRPr sz="4800"/>
            </a:lvl4pPr>
            <a:lvl5pPr lvl="4">
              <a:spcBef>
                <a:spcPts val="0"/>
              </a:spcBef>
              <a:spcAft>
                <a:spcPts val="0"/>
              </a:spcAft>
              <a:buSzPts val="4800"/>
              <a:buNone/>
              <a:defRPr sz="4800"/>
            </a:lvl5pPr>
            <a:lvl6pPr lvl="5">
              <a:spcBef>
                <a:spcPts val="0"/>
              </a:spcBef>
              <a:spcAft>
                <a:spcPts val="0"/>
              </a:spcAft>
              <a:buSzPts val="4800"/>
              <a:buNone/>
              <a:defRPr sz="4800"/>
            </a:lvl6pPr>
            <a:lvl7pPr lvl="6">
              <a:spcBef>
                <a:spcPts val="0"/>
              </a:spcBef>
              <a:spcAft>
                <a:spcPts val="0"/>
              </a:spcAft>
              <a:buSzPts val="4800"/>
              <a:buNone/>
              <a:defRPr sz="4800"/>
            </a:lvl7pPr>
            <a:lvl8pPr lvl="7">
              <a:spcBef>
                <a:spcPts val="0"/>
              </a:spcBef>
              <a:spcAft>
                <a:spcPts val="0"/>
              </a:spcAft>
              <a:buSzPts val="4800"/>
              <a:buNone/>
              <a:defRPr sz="4800"/>
            </a:lvl8pPr>
            <a:lvl9pPr lvl="8">
              <a:spcBef>
                <a:spcPts val="0"/>
              </a:spcBef>
              <a:spcAft>
                <a:spcPts val="0"/>
              </a:spcAft>
              <a:buSzPts val="4800"/>
              <a:buNone/>
              <a:defRPr sz="4800"/>
            </a:lvl9pPr>
          </a:lstStyle>
          <a:p/>
        </p:txBody>
      </p:sp>
      <p:sp>
        <p:nvSpPr>
          <p:cNvPr id="34" name="Google Shape;34;p8"/>
          <p:cNvSpPr txBox="1"/>
          <p:nvPr>
            <p:ph idx="12" type="sldNum"/>
          </p:nvPr>
        </p:nvSpPr>
        <p:spPr>
          <a:xfrm>
            <a:off x="8472458" y="4663217"/>
            <a:ext cx="548700" cy="393600"/>
          </a:xfrm>
          <a:prstGeom prst="rect">
            <a:avLst/>
          </a:prstGeom>
        </p:spPr>
        <p:txBody>
          <a:bodyPr anchorCtr="0" anchor="ctr" bIns="91425" lIns="91425" spcFirstLastPara="1" rIns="91425" wrap="square" tIns="91425">
            <a:normAutofit/>
          </a:bodyPr>
          <a:lstStyle>
            <a:lvl1pPr lvl="0">
              <a:buNone/>
              <a:defRPr/>
            </a:lvl1pPr>
            <a:lvl2pPr lvl="1">
              <a:buNone/>
              <a:defRPr/>
            </a:lvl2pPr>
            <a:lvl3pPr lvl="2">
              <a:buNone/>
              <a:defRPr/>
            </a:lvl3pPr>
            <a:lvl4pPr lvl="3">
              <a:buNone/>
              <a:defRPr/>
            </a:lvl4pPr>
            <a:lvl5pPr lvl="4">
              <a:buNone/>
              <a:defRPr/>
            </a:lvl5pPr>
            <a:lvl6pPr lvl="5">
              <a:buNone/>
              <a:defRPr/>
            </a:lvl6pPr>
            <a:lvl7pPr lvl="6">
              <a:buNone/>
              <a:defRPr/>
            </a:lvl7pPr>
            <a:lvl8pPr lvl="7">
              <a:buNone/>
              <a:defRPr/>
            </a:lvl8pPr>
            <a:lvl9pPr lvl="8">
              <a:buNone/>
              <a:defRPr/>
            </a:lvl9pPr>
          </a:lstStyle>
          <a:p>
            <a:pPr indent="0" lvl="0" marL="0" rtl="0" algn="r">
              <a:spcBef>
                <a:spcPts val="0"/>
              </a:spcBef>
              <a:spcAft>
                <a:spcPts val="0"/>
              </a:spcAft>
              <a:buNone/>
            </a:pPr>
            <a:fld id="{00000000-1234-1234-1234-123412341234}" type="slidenum">
              <a:rPr lang="es-419"/>
              <a:t>‹#›</a:t>
            </a:fld>
            <a:endParaRPr/>
          </a:p>
        </p:txBody>
      </p:sp>
    </p:spTree>
  </p:cSld>
  <p:clrMapOvr>
    <a:masterClrMapping/>
  </p:clrMapOvr>
</p:sldLayout>
</file>

<file path=ppt/slideLayouts/slideLayout8.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Section title and description">
  <p:cSld name="SECTION_TITLE_AND_DESCRIPTION">
    <p:spTree>
      <p:nvGrpSpPr>
        <p:cNvPr id="35" name="Shape 35"/>
        <p:cNvGrpSpPr/>
        <p:nvPr/>
      </p:nvGrpSpPr>
      <p:grpSpPr>
        <a:xfrm>
          <a:off x="0" y="0"/>
          <a:ext cx="0" cy="0"/>
          <a:chOff x="0" y="0"/>
          <a:chExt cx="0" cy="0"/>
        </a:xfrm>
      </p:grpSpPr>
      <p:sp>
        <p:nvSpPr>
          <p:cNvPr id="36" name="Google Shape;36;p9"/>
          <p:cNvSpPr/>
          <p:nvPr/>
        </p:nvSpPr>
        <p:spPr>
          <a:xfrm>
            <a:off x="4572000" y="-125"/>
            <a:ext cx="4572000" cy="5143500"/>
          </a:xfrm>
          <a:prstGeom prst="rect">
            <a:avLst/>
          </a:prstGeom>
          <a:solidFill>
            <a:schemeClr val="lt2"/>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37" name="Google Shape;37;p9"/>
          <p:cNvSpPr txBox="1"/>
          <p:nvPr>
            <p:ph type="title"/>
          </p:nvPr>
        </p:nvSpPr>
        <p:spPr>
          <a:xfrm>
            <a:off x="265500" y="1233175"/>
            <a:ext cx="4045200" cy="1482300"/>
          </a:xfrm>
          <a:prstGeom prst="rect">
            <a:avLst/>
          </a:prstGeom>
        </p:spPr>
        <p:txBody>
          <a:bodyPr anchorCtr="0" anchor="b" bIns="91425" lIns="91425" spcFirstLastPara="1" rIns="91425" wrap="square" tIns="91425">
            <a:normAutofit/>
          </a:bodyPr>
          <a:lstStyle>
            <a:lvl1pPr lvl="0" algn="ctr">
              <a:spcBef>
                <a:spcPts val="0"/>
              </a:spcBef>
              <a:spcAft>
                <a:spcPts val="0"/>
              </a:spcAft>
              <a:buSzPts val="4200"/>
              <a:buNone/>
              <a:defRPr sz="4200"/>
            </a:lvl1pPr>
            <a:lvl2pPr lvl="1" algn="ctr">
              <a:spcBef>
                <a:spcPts val="0"/>
              </a:spcBef>
              <a:spcAft>
                <a:spcPts val="0"/>
              </a:spcAft>
              <a:buSzPts val="4200"/>
              <a:buNone/>
              <a:defRPr sz="4200"/>
            </a:lvl2pPr>
            <a:lvl3pPr lvl="2" algn="ctr">
              <a:spcBef>
                <a:spcPts val="0"/>
              </a:spcBef>
              <a:spcAft>
                <a:spcPts val="0"/>
              </a:spcAft>
              <a:buSzPts val="4200"/>
              <a:buNone/>
              <a:defRPr sz="4200"/>
            </a:lvl3pPr>
            <a:lvl4pPr lvl="3" algn="ctr">
              <a:spcBef>
                <a:spcPts val="0"/>
              </a:spcBef>
              <a:spcAft>
                <a:spcPts val="0"/>
              </a:spcAft>
              <a:buSzPts val="4200"/>
              <a:buNone/>
              <a:defRPr sz="4200"/>
            </a:lvl4pPr>
            <a:lvl5pPr lvl="4" algn="ctr">
              <a:spcBef>
                <a:spcPts val="0"/>
              </a:spcBef>
              <a:spcAft>
                <a:spcPts val="0"/>
              </a:spcAft>
              <a:buSzPts val="4200"/>
              <a:buNone/>
              <a:defRPr sz="4200"/>
            </a:lvl5pPr>
            <a:lvl6pPr lvl="5" algn="ctr">
              <a:spcBef>
                <a:spcPts val="0"/>
              </a:spcBef>
              <a:spcAft>
                <a:spcPts val="0"/>
              </a:spcAft>
              <a:buSzPts val="4200"/>
              <a:buNone/>
              <a:defRPr sz="4200"/>
            </a:lvl6pPr>
            <a:lvl7pPr lvl="6" algn="ctr">
              <a:spcBef>
                <a:spcPts val="0"/>
              </a:spcBef>
              <a:spcAft>
                <a:spcPts val="0"/>
              </a:spcAft>
              <a:buSzPts val="4200"/>
              <a:buNone/>
              <a:defRPr sz="4200"/>
            </a:lvl7pPr>
            <a:lvl8pPr lvl="7" algn="ctr">
              <a:spcBef>
                <a:spcPts val="0"/>
              </a:spcBef>
              <a:spcAft>
                <a:spcPts val="0"/>
              </a:spcAft>
              <a:buSzPts val="4200"/>
              <a:buNone/>
              <a:defRPr sz="4200"/>
            </a:lvl8pPr>
            <a:lvl9pPr lvl="8" algn="ctr">
              <a:spcBef>
                <a:spcPts val="0"/>
              </a:spcBef>
              <a:spcAft>
                <a:spcPts val="0"/>
              </a:spcAft>
              <a:buSzPts val="4200"/>
              <a:buNone/>
              <a:defRPr sz="4200"/>
            </a:lvl9pPr>
          </a:lstStyle>
          <a:p/>
        </p:txBody>
      </p:sp>
      <p:sp>
        <p:nvSpPr>
          <p:cNvPr id="38" name="Google Shape;38;p9"/>
          <p:cNvSpPr txBox="1"/>
          <p:nvPr>
            <p:ph idx="1" type="subTitle"/>
          </p:nvPr>
        </p:nvSpPr>
        <p:spPr>
          <a:xfrm>
            <a:off x="265500" y="2803075"/>
            <a:ext cx="4045200" cy="1235100"/>
          </a:xfrm>
          <a:prstGeom prst="rect">
            <a:avLst/>
          </a:prstGeom>
        </p:spPr>
        <p:txBody>
          <a:bodyPr anchorCtr="0" anchor="t" bIns="91425" lIns="91425" spcFirstLastPara="1" rIns="91425" wrap="square" tIns="91425">
            <a:normAutofit/>
          </a:bodyPr>
          <a:lstStyle>
            <a:lvl1pPr lvl="0" algn="ctr">
              <a:lnSpc>
                <a:spcPct val="100000"/>
              </a:lnSpc>
              <a:spcBef>
                <a:spcPts val="0"/>
              </a:spcBef>
              <a:spcAft>
                <a:spcPts val="0"/>
              </a:spcAft>
              <a:buSzPts val="2100"/>
              <a:buNone/>
              <a:defRPr sz="2100"/>
            </a:lvl1pPr>
            <a:lvl2pPr lvl="1" algn="ctr">
              <a:lnSpc>
                <a:spcPct val="100000"/>
              </a:lnSpc>
              <a:spcBef>
                <a:spcPts val="0"/>
              </a:spcBef>
              <a:spcAft>
                <a:spcPts val="0"/>
              </a:spcAft>
              <a:buSzPts val="2100"/>
              <a:buNone/>
              <a:defRPr sz="2100"/>
            </a:lvl2pPr>
            <a:lvl3pPr lvl="2" algn="ctr">
              <a:lnSpc>
                <a:spcPct val="100000"/>
              </a:lnSpc>
              <a:spcBef>
                <a:spcPts val="0"/>
              </a:spcBef>
              <a:spcAft>
                <a:spcPts val="0"/>
              </a:spcAft>
              <a:buSzPts val="2100"/>
              <a:buNone/>
              <a:defRPr sz="2100"/>
            </a:lvl3pPr>
            <a:lvl4pPr lvl="3" algn="ctr">
              <a:lnSpc>
                <a:spcPct val="100000"/>
              </a:lnSpc>
              <a:spcBef>
                <a:spcPts val="0"/>
              </a:spcBef>
              <a:spcAft>
                <a:spcPts val="0"/>
              </a:spcAft>
              <a:buSzPts val="2100"/>
              <a:buNone/>
              <a:defRPr sz="2100"/>
            </a:lvl4pPr>
            <a:lvl5pPr lvl="4" algn="ctr">
              <a:lnSpc>
                <a:spcPct val="100000"/>
              </a:lnSpc>
              <a:spcBef>
                <a:spcPts val="0"/>
              </a:spcBef>
              <a:spcAft>
                <a:spcPts val="0"/>
              </a:spcAft>
              <a:buSzPts val="2100"/>
              <a:buNone/>
              <a:defRPr sz="2100"/>
            </a:lvl5pPr>
            <a:lvl6pPr lvl="5" algn="ctr">
              <a:lnSpc>
                <a:spcPct val="100000"/>
              </a:lnSpc>
              <a:spcBef>
                <a:spcPts val="0"/>
              </a:spcBef>
              <a:spcAft>
                <a:spcPts val="0"/>
              </a:spcAft>
              <a:buSzPts val="2100"/>
              <a:buNone/>
              <a:defRPr sz="2100"/>
            </a:lvl6pPr>
            <a:lvl7pPr lvl="6" algn="ctr">
              <a:lnSpc>
                <a:spcPct val="100000"/>
              </a:lnSpc>
              <a:spcBef>
                <a:spcPts val="0"/>
              </a:spcBef>
              <a:spcAft>
                <a:spcPts val="0"/>
              </a:spcAft>
              <a:buSzPts val="2100"/>
              <a:buNone/>
              <a:defRPr sz="2100"/>
            </a:lvl7pPr>
            <a:lvl8pPr lvl="7" algn="ctr">
              <a:lnSpc>
                <a:spcPct val="100000"/>
              </a:lnSpc>
              <a:spcBef>
                <a:spcPts val="0"/>
              </a:spcBef>
              <a:spcAft>
                <a:spcPts val="0"/>
              </a:spcAft>
              <a:buSzPts val="2100"/>
              <a:buNone/>
              <a:defRPr sz="2100"/>
            </a:lvl8pPr>
            <a:lvl9pPr lvl="8" algn="ctr">
              <a:lnSpc>
                <a:spcPct val="100000"/>
              </a:lnSpc>
              <a:spcBef>
                <a:spcPts val="0"/>
              </a:spcBef>
              <a:spcAft>
                <a:spcPts val="0"/>
              </a:spcAft>
              <a:buSzPts val="2100"/>
              <a:buNone/>
              <a:defRPr sz="2100"/>
            </a:lvl9pPr>
          </a:lstStyle>
          <a:p/>
        </p:txBody>
      </p:sp>
      <p:sp>
        <p:nvSpPr>
          <p:cNvPr id="39" name="Google Shape;39;p9"/>
          <p:cNvSpPr txBox="1"/>
          <p:nvPr>
            <p:ph idx="2" type="body"/>
          </p:nvPr>
        </p:nvSpPr>
        <p:spPr>
          <a:xfrm>
            <a:off x="4939500" y="724075"/>
            <a:ext cx="3837000" cy="3695100"/>
          </a:xfrm>
          <a:prstGeom prst="rect">
            <a:avLst/>
          </a:prstGeom>
        </p:spPr>
        <p:txBody>
          <a:bodyPr anchorCtr="0" anchor="ctr" bIns="91425" lIns="91425" spcFirstLastPara="1" rIns="91425" wrap="square" tIns="91425">
            <a:normAutofit/>
          </a:bodyPr>
          <a:lstStyle>
            <a:lvl1pPr indent="-342900" lvl="0" marL="457200">
              <a:spcBef>
                <a:spcPts val="0"/>
              </a:spcBef>
              <a:spcAft>
                <a:spcPts val="0"/>
              </a:spcAft>
              <a:buSzPts val="1800"/>
              <a:buChar char="●"/>
              <a:defRPr/>
            </a:lvl1pPr>
            <a:lvl2pPr indent="-317500" lvl="1" marL="914400">
              <a:spcBef>
                <a:spcPts val="0"/>
              </a:spcBef>
              <a:spcAft>
                <a:spcPts val="0"/>
              </a:spcAft>
              <a:buSzPts val="1400"/>
              <a:buChar char="○"/>
              <a:defRPr/>
            </a:lvl2pPr>
            <a:lvl3pPr indent="-317500" lvl="2" marL="1371600">
              <a:spcBef>
                <a:spcPts val="0"/>
              </a:spcBef>
              <a:spcAft>
                <a:spcPts val="0"/>
              </a:spcAft>
              <a:buSzPts val="1400"/>
              <a:buChar char="■"/>
              <a:defRPr/>
            </a:lvl3pPr>
            <a:lvl4pPr indent="-317500" lvl="3" marL="1828800">
              <a:spcBef>
                <a:spcPts val="0"/>
              </a:spcBef>
              <a:spcAft>
                <a:spcPts val="0"/>
              </a:spcAft>
              <a:buSzPts val="1400"/>
              <a:buChar char="●"/>
              <a:defRPr/>
            </a:lvl4pPr>
            <a:lvl5pPr indent="-317500" lvl="4" marL="2286000">
              <a:spcBef>
                <a:spcPts val="0"/>
              </a:spcBef>
              <a:spcAft>
                <a:spcPts val="0"/>
              </a:spcAft>
              <a:buSzPts val="1400"/>
              <a:buChar char="○"/>
              <a:defRPr/>
            </a:lvl5pPr>
            <a:lvl6pPr indent="-317500" lvl="5" marL="2743200">
              <a:spcBef>
                <a:spcPts val="0"/>
              </a:spcBef>
              <a:spcAft>
                <a:spcPts val="0"/>
              </a:spcAft>
              <a:buSzPts val="1400"/>
              <a:buChar char="■"/>
              <a:defRPr/>
            </a:lvl6pPr>
            <a:lvl7pPr indent="-317500" lvl="6" marL="3200400">
              <a:spcBef>
                <a:spcPts val="0"/>
              </a:spcBef>
              <a:spcAft>
                <a:spcPts val="0"/>
              </a:spcAft>
              <a:buSzPts val="1400"/>
              <a:buChar char="●"/>
              <a:defRPr/>
            </a:lvl7pPr>
            <a:lvl8pPr indent="-317500" lvl="7" marL="3657600">
              <a:spcBef>
                <a:spcPts val="0"/>
              </a:spcBef>
              <a:spcAft>
                <a:spcPts val="0"/>
              </a:spcAft>
              <a:buSzPts val="1400"/>
              <a:buChar char="○"/>
              <a:defRPr/>
            </a:lvl8pPr>
            <a:lvl9pPr indent="-317500" lvl="8" marL="4114800">
              <a:spcBef>
                <a:spcPts val="0"/>
              </a:spcBef>
              <a:spcAft>
                <a:spcPts val="0"/>
              </a:spcAft>
              <a:buSzPts val="1400"/>
              <a:buChar char="■"/>
              <a:defRPr/>
            </a:lvl9pPr>
          </a:lstStyle>
          <a:p/>
        </p:txBody>
      </p:sp>
      <p:sp>
        <p:nvSpPr>
          <p:cNvPr id="40" name="Google Shape;40;p9"/>
          <p:cNvSpPr txBox="1"/>
          <p:nvPr>
            <p:ph idx="12" type="sldNum"/>
          </p:nvPr>
        </p:nvSpPr>
        <p:spPr>
          <a:xfrm>
            <a:off x="8472458" y="4663217"/>
            <a:ext cx="548700" cy="393600"/>
          </a:xfrm>
          <a:prstGeom prst="rect">
            <a:avLst/>
          </a:prstGeom>
        </p:spPr>
        <p:txBody>
          <a:bodyPr anchorCtr="0" anchor="ctr" bIns="91425" lIns="91425" spcFirstLastPara="1" rIns="91425" wrap="square" tIns="91425">
            <a:normAutofit/>
          </a:bodyPr>
          <a:lstStyle>
            <a:lvl1pPr lvl="0">
              <a:buNone/>
              <a:defRPr/>
            </a:lvl1pPr>
            <a:lvl2pPr lvl="1">
              <a:buNone/>
              <a:defRPr/>
            </a:lvl2pPr>
            <a:lvl3pPr lvl="2">
              <a:buNone/>
              <a:defRPr/>
            </a:lvl3pPr>
            <a:lvl4pPr lvl="3">
              <a:buNone/>
              <a:defRPr/>
            </a:lvl4pPr>
            <a:lvl5pPr lvl="4">
              <a:buNone/>
              <a:defRPr/>
            </a:lvl5pPr>
            <a:lvl6pPr lvl="5">
              <a:buNone/>
              <a:defRPr/>
            </a:lvl6pPr>
            <a:lvl7pPr lvl="6">
              <a:buNone/>
              <a:defRPr/>
            </a:lvl7pPr>
            <a:lvl8pPr lvl="7">
              <a:buNone/>
              <a:defRPr/>
            </a:lvl8pPr>
            <a:lvl9pPr lvl="8">
              <a:buNone/>
              <a:defRPr/>
            </a:lvl9pPr>
          </a:lstStyle>
          <a:p>
            <a:pPr indent="0" lvl="0" marL="0" rtl="0" algn="r">
              <a:spcBef>
                <a:spcPts val="0"/>
              </a:spcBef>
              <a:spcAft>
                <a:spcPts val="0"/>
              </a:spcAft>
              <a:buNone/>
            </a:pPr>
            <a:fld id="{00000000-1234-1234-1234-123412341234}" type="slidenum">
              <a:rPr lang="es-419"/>
              <a:t>‹#›</a:t>
            </a:fld>
            <a:endParaRPr/>
          </a:p>
        </p:txBody>
      </p:sp>
    </p:spTree>
  </p:cSld>
  <p:clrMapOvr>
    <a:masterClrMapping/>
  </p:clrMapOvr>
</p:sldLayout>
</file>

<file path=ppt/slideLayouts/slideLayout9.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Caption">
  <p:cSld name="CAPTION_ONLY">
    <p:spTree>
      <p:nvGrpSpPr>
        <p:cNvPr id="41" name="Shape 41"/>
        <p:cNvGrpSpPr/>
        <p:nvPr/>
      </p:nvGrpSpPr>
      <p:grpSpPr>
        <a:xfrm>
          <a:off x="0" y="0"/>
          <a:ext cx="0" cy="0"/>
          <a:chOff x="0" y="0"/>
          <a:chExt cx="0" cy="0"/>
        </a:xfrm>
      </p:grpSpPr>
      <p:sp>
        <p:nvSpPr>
          <p:cNvPr id="42" name="Google Shape;42;p10"/>
          <p:cNvSpPr txBox="1"/>
          <p:nvPr>
            <p:ph idx="1" type="body"/>
          </p:nvPr>
        </p:nvSpPr>
        <p:spPr>
          <a:xfrm>
            <a:off x="311700" y="4230575"/>
            <a:ext cx="5998800" cy="605100"/>
          </a:xfrm>
          <a:prstGeom prst="rect">
            <a:avLst/>
          </a:prstGeom>
        </p:spPr>
        <p:txBody>
          <a:bodyPr anchorCtr="0" anchor="ctr" bIns="91425" lIns="91425" spcFirstLastPara="1" rIns="91425" wrap="square" tIns="91425">
            <a:normAutofit/>
          </a:bodyPr>
          <a:lstStyle>
            <a:lvl1pPr indent="-228600" lvl="0" marL="457200">
              <a:lnSpc>
                <a:spcPct val="100000"/>
              </a:lnSpc>
              <a:spcBef>
                <a:spcPts val="0"/>
              </a:spcBef>
              <a:spcAft>
                <a:spcPts val="0"/>
              </a:spcAft>
              <a:buSzPts val="1800"/>
              <a:buNone/>
              <a:defRPr/>
            </a:lvl1pPr>
          </a:lstStyle>
          <a:p/>
        </p:txBody>
      </p:sp>
      <p:sp>
        <p:nvSpPr>
          <p:cNvPr id="43" name="Google Shape;43;p10"/>
          <p:cNvSpPr txBox="1"/>
          <p:nvPr>
            <p:ph idx="12" type="sldNum"/>
          </p:nvPr>
        </p:nvSpPr>
        <p:spPr>
          <a:xfrm>
            <a:off x="8472458" y="4663217"/>
            <a:ext cx="548700" cy="393600"/>
          </a:xfrm>
          <a:prstGeom prst="rect">
            <a:avLst/>
          </a:prstGeom>
        </p:spPr>
        <p:txBody>
          <a:bodyPr anchorCtr="0" anchor="ctr" bIns="91425" lIns="91425" spcFirstLastPara="1" rIns="91425" wrap="square" tIns="91425">
            <a:normAutofit/>
          </a:bodyPr>
          <a:lstStyle>
            <a:lvl1pPr lvl="0">
              <a:buNone/>
              <a:defRPr/>
            </a:lvl1pPr>
            <a:lvl2pPr lvl="1">
              <a:buNone/>
              <a:defRPr/>
            </a:lvl2pPr>
            <a:lvl3pPr lvl="2">
              <a:buNone/>
              <a:defRPr/>
            </a:lvl3pPr>
            <a:lvl4pPr lvl="3">
              <a:buNone/>
              <a:defRPr/>
            </a:lvl4pPr>
            <a:lvl5pPr lvl="4">
              <a:buNone/>
              <a:defRPr/>
            </a:lvl5pPr>
            <a:lvl6pPr lvl="5">
              <a:buNone/>
              <a:defRPr/>
            </a:lvl6pPr>
            <a:lvl7pPr lvl="6">
              <a:buNone/>
              <a:defRPr/>
            </a:lvl7pPr>
            <a:lvl8pPr lvl="7">
              <a:buNone/>
              <a:defRPr/>
            </a:lvl8pPr>
            <a:lvl9pPr lvl="8">
              <a:buNone/>
              <a:defRPr/>
            </a:lvl9pPr>
          </a:lstStyle>
          <a:p>
            <a:pPr indent="0" lvl="0" marL="0" rtl="0" algn="r">
              <a:spcBef>
                <a:spcPts val="0"/>
              </a:spcBef>
              <a:spcAft>
                <a:spcPts val="0"/>
              </a:spcAft>
              <a:buNone/>
            </a:pPr>
            <a:fld id="{00000000-1234-1234-1234-123412341234}" type="slidenum">
              <a:rPr lang="es-419"/>
              <a:t>‹#›</a:t>
            </a:fld>
            <a:endParaRPr/>
          </a:p>
        </p:txBody>
      </p:sp>
    </p:spTree>
  </p:cSld>
  <p:clrMapOvr>
    <a:masterClrMapping/>
  </p:clrMapOvr>
</p:sldLayout>
</file>

<file path=ppt/slideLayouts/slideLayout10.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Big number">
  <p:cSld name="BIG_NUMBER">
    <p:spTree>
      <p:nvGrpSpPr>
        <p:cNvPr id="44" name="Shape 44"/>
        <p:cNvGrpSpPr/>
        <p:nvPr/>
      </p:nvGrpSpPr>
      <p:grpSpPr>
        <a:xfrm>
          <a:off x="0" y="0"/>
          <a:ext cx="0" cy="0"/>
          <a:chOff x="0" y="0"/>
          <a:chExt cx="0" cy="0"/>
        </a:xfrm>
      </p:grpSpPr>
      <p:sp>
        <p:nvSpPr>
          <p:cNvPr id="45" name="Google Shape;45;p11"/>
          <p:cNvSpPr txBox="1"/>
          <p:nvPr>
            <p:ph hasCustomPrompt="1" type="title"/>
          </p:nvPr>
        </p:nvSpPr>
        <p:spPr>
          <a:xfrm>
            <a:off x="311700" y="1106125"/>
            <a:ext cx="8520600" cy="1963500"/>
          </a:xfrm>
          <a:prstGeom prst="rect">
            <a:avLst/>
          </a:prstGeom>
        </p:spPr>
        <p:txBody>
          <a:bodyPr anchorCtr="0" anchor="b" bIns="91425" lIns="91425" spcFirstLastPara="1" rIns="91425" wrap="square" tIns="91425">
            <a:normAutofit/>
          </a:bodyPr>
          <a:lstStyle>
            <a:lvl1pPr lvl="0" algn="ctr">
              <a:spcBef>
                <a:spcPts val="0"/>
              </a:spcBef>
              <a:spcAft>
                <a:spcPts val="0"/>
              </a:spcAft>
              <a:buSzPts val="12000"/>
              <a:buNone/>
              <a:defRPr sz="12000"/>
            </a:lvl1pPr>
            <a:lvl2pPr lvl="1" algn="ctr">
              <a:spcBef>
                <a:spcPts val="0"/>
              </a:spcBef>
              <a:spcAft>
                <a:spcPts val="0"/>
              </a:spcAft>
              <a:buSzPts val="12000"/>
              <a:buNone/>
              <a:defRPr sz="12000"/>
            </a:lvl2pPr>
            <a:lvl3pPr lvl="2" algn="ctr">
              <a:spcBef>
                <a:spcPts val="0"/>
              </a:spcBef>
              <a:spcAft>
                <a:spcPts val="0"/>
              </a:spcAft>
              <a:buSzPts val="12000"/>
              <a:buNone/>
              <a:defRPr sz="12000"/>
            </a:lvl3pPr>
            <a:lvl4pPr lvl="3" algn="ctr">
              <a:spcBef>
                <a:spcPts val="0"/>
              </a:spcBef>
              <a:spcAft>
                <a:spcPts val="0"/>
              </a:spcAft>
              <a:buSzPts val="12000"/>
              <a:buNone/>
              <a:defRPr sz="12000"/>
            </a:lvl4pPr>
            <a:lvl5pPr lvl="4" algn="ctr">
              <a:spcBef>
                <a:spcPts val="0"/>
              </a:spcBef>
              <a:spcAft>
                <a:spcPts val="0"/>
              </a:spcAft>
              <a:buSzPts val="12000"/>
              <a:buNone/>
              <a:defRPr sz="12000"/>
            </a:lvl5pPr>
            <a:lvl6pPr lvl="5" algn="ctr">
              <a:spcBef>
                <a:spcPts val="0"/>
              </a:spcBef>
              <a:spcAft>
                <a:spcPts val="0"/>
              </a:spcAft>
              <a:buSzPts val="12000"/>
              <a:buNone/>
              <a:defRPr sz="12000"/>
            </a:lvl6pPr>
            <a:lvl7pPr lvl="6" algn="ctr">
              <a:spcBef>
                <a:spcPts val="0"/>
              </a:spcBef>
              <a:spcAft>
                <a:spcPts val="0"/>
              </a:spcAft>
              <a:buSzPts val="12000"/>
              <a:buNone/>
              <a:defRPr sz="12000"/>
            </a:lvl7pPr>
            <a:lvl8pPr lvl="7" algn="ctr">
              <a:spcBef>
                <a:spcPts val="0"/>
              </a:spcBef>
              <a:spcAft>
                <a:spcPts val="0"/>
              </a:spcAft>
              <a:buSzPts val="12000"/>
              <a:buNone/>
              <a:defRPr sz="12000"/>
            </a:lvl8pPr>
            <a:lvl9pPr lvl="8" algn="ctr">
              <a:spcBef>
                <a:spcPts val="0"/>
              </a:spcBef>
              <a:spcAft>
                <a:spcPts val="0"/>
              </a:spcAft>
              <a:buSzPts val="12000"/>
              <a:buNone/>
              <a:defRPr sz="12000"/>
            </a:lvl9pPr>
          </a:lstStyle>
          <a:p>
            <a:r>
              <a:t>xx%</a:t>
            </a:r>
          </a:p>
        </p:txBody>
      </p:sp>
      <p:sp>
        <p:nvSpPr>
          <p:cNvPr id="46" name="Google Shape;46;p11"/>
          <p:cNvSpPr txBox="1"/>
          <p:nvPr>
            <p:ph idx="1" type="body"/>
          </p:nvPr>
        </p:nvSpPr>
        <p:spPr>
          <a:xfrm>
            <a:off x="311700" y="3152225"/>
            <a:ext cx="8520600" cy="1300800"/>
          </a:xfrm>
          <a:prstGeom prst="rect">
            <a:avLst/>
          </a:prstGeom>
        </p:spPr>
        <p:txBody>
          <a:bodyPr anchorCtr="0" anchor="t" bIns="91425" lIns="91425" spcFirstLastPara="1" rIns="91425" wrap="square" tIns="91425">
            <a:normAutofit/>
          </a:bodyPr>
          <a:lstStyle>
            <a:lvl1pPr indent="-342900" lvl="0" marL="457200" algn="ctr">
              <a:spcBef>
                <a:spcPts val="0"/>
              </a:spcBef>
              <a:spcAft>
                <a:spcPts val="0"/>
              </a:spcAft>
              <a:buSzPts val="1800"/>
              <a:buChar char="●"/>
              <a:defRPr/>
            </a:lvl1pPr>
            <a:lvl2pPr indent="-317500" lvl="1" marL="914400" algn="ctr">
              <a:spcBef>
                <a:spcPts val="0"/>
              </a:spcBef>
              <a:spcAft>
                <a:spcPts val="0"/>
              </a:spcAft>
              <a:buSzPts val="1400"/>
              <a:buChar char="○"/>
              <a:defRPr/>
            </a:lvl2pPr>
            <a:lvl3pPr indent="-317500" lvl="2" marL="1371600" algn="ctr">
              <a:spcBef>
                <a:spcPts val="0"/>
              </a:spcBef>
              <a:spcAft>
                <a:spcPts val="0"/>
              </a:spcAft>
              <a:buSzPts val="1400"/>
              <a:buChar char="■"/>
              <a:defRPr/>
            </a:lvl3pPr>
            <a:lvl4pPr indent="-317500" lvl="3" marL="1828800" algn="ctr">
              <a:spcBef>
                <a:spcPts val="0"/>
              </a:spcBef>
              <a:spcAft>
                <a:spcPts val="0"/>
              </a:spcAft>
              <a:buSzPts val="1400"/>
              <a:buChar char="●"/>
              <a:defRPr/>
            </a:lvl4pPr>
            <a:lvl5pPr indent="-317500" lvl="4" marL="2286000" algn="ctr">
              <a:spcBef>
                <a:spcPts val="0"/>
              </a:spcBef>
              <a:spcAft>
                <a:spcPts val="0"/>
              </a:spcAft>
              <a:buSzPts val="1400"/>
              <a:buChar char="○"/>
              <a:defRPr/>
            </a:lvl5pPr>
            <a:lvl6pPr indent="-317500" lvl="5" marL="2743200" algn="ctr">
              <a:spcBef>
                <a:spcPts val="0"/>
              </a:spcBef>
              <a:spcAft>
                <a:spcPts val="0"/>
              </a:spcAft>
              <a:buSzPts val="1400"/>
              <a:buChar char="■"/>
              <a:defRPr/>
            </a:lvl6pPr>
            <a:lvl7pPr indent="-317500" lvl="6" marL="3200400" algn="ctr">
              <a:spcBef>
                <a:spcPts val="0"/>
              </a:spcBef>
              <a:spcAft>
                <a:spcPts val="0"/>
              </a:spcAft>
              <a:buSzPts val="1400"/>
              <a:buChar char="●"/>
              <a:defRPr/>
            </a:lvl7pPr>
            <a:lvl8pPr indent="-317500" lvl="7" marL="3657600" algn="ctr">
              <a:spcBef>
                <a:spcPts val="0"/>
              </a:spcBef>
              <a:spcAft>
                <a:spcPts val="0"/>
              </a:spcAft>
              <a:buSzPts val="1400"/>
              <a:buChar char="○"/>
              <a:defRPr/>
            </a:lvl8pPr>
            <a:lvl9pPr indent="-317500" lvl="8" marL="4114800" algn="ctr">
              <a:spcBef>
                <a:spcPts val="0"/>
              </a:spcBef>
              <a:spcAft>
                <a:spcPts val="0"/>
              </a:spcAft>
              <a:buSzPts val="1400"/>
              <a:buChar char="■"/>
              <a:defRPr/>
            </a:lvl9pPr>
          </a:lstStyle>
          <a:p/>
        </p:txBody>
      </p:sp>
      <p:sp>
        <p:nvSpPr>
          <p:cNvPr id="47" name="Google Shape;47;p11"/>
          <p:cNvSpPr txBox="1"/>
          <p:nvPr>
            <p:ph idx="12" type="sldNum"/>
          </p:nvPr>
        </p:nvSpPr>
        <p:spPr>
          <a:xfrm>
            <a:off x="8472458" y="4663217"/>
            <a:ext cx="548700" cy="393600"/>
          </a:xfrm>
          <a:prstGeom prst="rect">
            <a:avLst/>
          </a:prstGeom>
        </p:spPr>
        <p:txBody>
          <a:bodyPr anchorCtr="0" anchor="ctr" bIns="91425" lIns="91425" spcFirstLastPara="1" rIns="91425" wrap="square" tIns="91425">
            <a:normAutofit/>
          </a:bodyPr>
          <a:lstStyle>
            <a:lvl1pPr lvl="0">
              <a:buNone/>
              <a:defRPr/>
            </a:lvl1pPr>
            <a:lvl2pPr lvl="1">
              <a:buNone/>
              <a:defRPr/>
            </a:lvl2pPr>
            <a:lvl3pPr lvl="2">
              <a:buNone/>
              <a:defRPr/>
            </a:lvl3pPr>
            <a:lvl4pPr lvl="3">
              <a:buNone/>
              <a:defRPr/>
            </a:lvl4pPr>
            <a:lvl5pPr lvl="4">
              <a:buNone/>
              <a:defRPr/>
            </a:lvl5pPr>
            <a:lvl6pPr lvl="5">
              <a:buNone/>
              <a:defRPr/>
            </a:lvl6pPr>
            <a:lvl7pPr lvl="6">
              <a:buNone/>
              <a:defRPr/>
            </a:lvl7pPr>
            <a:lvl8pPr lvl="7">
              <a:buNone/>
              <a:defRPr/>
            </a:lvl8pPr>
            <a:lvl9pPr lvl="8">
              <a:buNone/>
              <a:defRPr/>
            </a:lvl9pPr>
          </a:lstStyle>
          <a:p>
            <a:pPr indent="0" lvl="0" marL="0" rtl="0" algn="r">
              <a:spcBef>
                <a:spcPts val="0"/>
              </a:spcBef>
              <a:spcAft>
                <a:spcPts val="0"/>
              </a:spcAft>
              <a:buNone/>
            </a:pPr>
            <a:fld id="{00000000-1234-1234-1234-123412341234}" type="slidenum">
              <a:rPr lang="es-419"/>
              <a:t>‹#›</a:t>
            </a:fld>
            <a:endParaRPr/>
          </a:p>
        </p:txBody>
      </p:sp>
    </p:spTree>
  </p:cSld>
  <p:clrMapOvr>
    <a:masterClrMapping/>
  </p:clrMapOvr>
</p:sldLayout>
</file>

<file path=ppt/slideLayouts/slideLayout1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Blank" type="blank">
  <p:cSld name="BLANK">
    <p:spTree>
      <p:nvGrpSpPr>
        <p:cNvPr id="48" name="Shape 48"/>
        <p:cNvGrpSpPr/>
        <p:nvPr/>
      </p:nvGrpSpPr>
      <p:grpSpPr>
        <a:xfrm>
          <a:off x="0" y="0"/>
          <a:ext cx="0" cy="0"/>
          <a:chOff x="0" y="0"/>
          <a:chExt cx="0" cy="0"/>
        </a:xfrm>
      </p:grpSpPr>
      <p:sp>
        <p:nvSpPr>
          <p:cNvPr id="49" name="Google Shape;49;p12"/>
          <p:cNvSpPr txBox="1"/>
          <p:nvPr>
            <p:ph idx="12" type="sldNum"/>
          </p:nvPr>
        </p:nvSpPr>
        <p:spPr>
          <a:xfrm>
            <a:off x="8472458" y="4663217"/>
            <a:ext cx="548700" cy="393600"/>
          </a:xfrm>
          <a:prstGeom prst="rect">
            <a:avLst/>
          </a:prstGeom>
        </p:spPr>
        <p:txBody>
          <a:bodyPr anchorCtr="0" anchor="ctr" bIns="91425" lIns="91425" spcFirstLastPara="1" rIns="91425" wrap="square" tIns="91425">
            <a:normAutofit/>
          </a:bodyPr>
          <a:lstStyle>
            <a:lvl1pPr lvl="0">
              <a:buNone/>
              <a:defRPr/>
            </a:lvl1pPr>
            <a:lvl2pPr lvl="1">
              <a:buNone/>
              <a:defRPr/>
            </a:lvl2pPr>
            <a:lvl3pPr lvl="2">
              <a:buNone/>
              <a:defRPr/>
            </a:lvl3pPr>
            <a:lvl4pPr lvl="3">
              <a:buNone/>
              <a:defRPr/>
            </a:lvl4pPr>
            <a:lvl5pPr lvl="4">
              <a:buNone/>
              <a:defRPr/>
            </a:lvl5pPr>
            <a:lvl6pPr lvl="5">
              <a:buNone/>
              <a:defRPr/>
            </a:lvl6pPr>
            <a:lvl7pPr lvl="6">
              <a:buNone/>
              <a:defRPr/>
            </a:lvl7pPr>
            <a:lvl8pPr lvl="7">
              <a:buNone/>
              <a:defRPr/>
            </a:lvl8pPr>
            <a:lvl9pPr lvl="8">
              <a:buNone/>
              <a:defRPr/>
            </a:lvl9pPr>
          </a:lstStyle>
          <a:p>
            <a:pPr indent="0" lvl="0" marL="0" rtl="0" algn="r">
              <a:spcBef>
                <a:spcPts val="0"/>
              </a:spcBef>
              <a:spcAft>
                <a:spcPts val="0"/>
              </a:spcAft>
              <a:buNone/>
            </a:pPr>
            <a:fld id="{00000000-1234-1234-1234-123412341234}" type="slidenum">
              <a:rPr lang="es-419"/>
              <a:t>‹#›</a:t>
            </a:fld>
            <a:endParaRPr/>
          </a:p>
        </p:txBody>
      </p:sp>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11" Type="http://schemas.openxmlformats.org/officeDocument/2006/relationships/slideLayout" Target="../slideLayouts/slideLayout11.xml"/><Relationship Id="rId10" Type="http://schemas.openxmlformats.org/officeDocument/2006/relationships/slideLayout" Target="../slideLayouts/slideLayout10.xml"/><Relationship Id="rId12" Type="http://schemas.openxmlformats.org/officeDocument/2006/relationships/theme" Target="../theme/theme2.xml"/><Relationship Id="rId9" Type="http://schemas.openxmlformats.org/officeDocument/2006/relationships/slideLayout" Target="../slideLayouts/slideLayout9.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s>
</file>

<file path=ppt/slideMasters/slideMaster1.xml><?xml version="1.0" encoding="utf-8"?>
<p:sldMaste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name="simple-light-2">
    <p:bg>
      <p:bgPr>
        <a:solidFill>
          <a:schemeClr val="lt1"/>
        </a:solidFill>
      </p:bgPr>
    </p:bg>
    <p:spTree>
      <p:nvGrpSpPr>
        <p:cNvPr id="5" name="Shape 5"/>
        <p:cNvGrpSpPr/>
        <p:nvPr/>
      </p:nvGrpSpPr>
      <p:grpSpPr>
        <a:xfrm>
          <a:off x="0" y="0"/>
          <a:ext cx="0" cy="0"/>
          <a:chOff x="0" y="0"/>
          <a:chExt cx="0" cy="0"/>
        </a:xfrm>
      </p:grpSpPr>
      <p:sp>
        <p:nvSpPr>
          <p:cNvPr id="6" name="Google Shape;6;p1"/>
          <p:cNvSpPr txBox="1"/>
          <p:nvPr>
            <p:ph type="title"/>
          </p:nvPr>
        </p:nvSpPr>
        <p:spPr>
          <a:xfrm>
            <a:off x="311700" y="445025"/>
            <a:ext cx="8520600" cy="572700"/>
          </a:xfrm>
          <a:prstGeom prst="rect">
            <a:avLst/>
          </a:prstGeom>
          <a:noFill/>
          <a:ln>
            <a:noFill/>
          </a:ln>
        </p:spPr>
        <p:txBody>
          <a:bodyPr anchorCtr="0" anchor="t" bIns="91425" lIns="91425" spcFirstLastPara="1" rIns="91425" wrap="square" tIns="91425">
            <a:normAutofit/>
          </a:bodyPr>
          <a:lstStyle>
            <a:lvl1pPr lvl="0">
              <a:spcBef>
                <a:spcPts val="0"/>
              </a:spcBef>
              <a:spcAft>
                <a:spcPts val="0"/>
              </a:spcAft>
              <a:buClr>
                <a:schemeClr val="dk1"/>
              </a:buClr>
              <a:buSzPts val="2800"/>
              <a:buNone/>
              <a:defRPr sz="2800">
                <a:solidFill>
                  <a:schemeClr val="dk1"/>
                </a:solidFill>
              </a:defRPr>
            </a:lvl1pPr>
            <a:lvl2pPr lvl="1">
              <a:spcBef>
                <a:spcPts val="0"/>
              </a:spcBef>
              <a:spcAft>
                <a:spcPts val="0"/>
              </a:spcAft>
              <a:buClr>
                <a:schemeClr val="dk1"/>
              </a:buClr>
              <a:buSzPts val="2800"/>
              <a:buNone/>
              <a:defRPr sz="2800">
                <a:solidFill>
                  <a:schemeClr val="dk1"/>
                </a:solidFill>
              </a:defRPr>
            </a:lvl2pPr>
            <a:lvl3pPr lvl="2">
              <a:spcBef>
                <a:spcPts val="0"/>
              </a:spcBef>
              <a:spcAft>
                <a:spcPts val="0"/>
              </a:spcAft>
              <a:buClr>
                <a:schemeClr val="dk1"/>
              </a:buClr>
              <a:buSzPts val="2800"/>
              <a:buNone/>
              <a:defRPr sz="2800">
                <a:solidFill>
                  <a:schemeClr val="dk1"/>
                </a:solidFill>
              </a:defRPr>
            </a:lvl3pPr>
            <a:lvl4pPr lvl="3">
              <a:spcBef>
                <a:spcPts val="0"/>
              </a:spcBef>
              <a:spcAft>
                <a:spcPts val="0"/>
              </a:spcAft>
              <a:buClr>
                <a:schemeClr val="dk1"/>
              </a:buClr>
              <a:buSzPts val="2800"/>
              <a:buNone/>
              <a:defRPr sz="2800">
                <a:solidFill>
                  <a:schemeClr val="dk1"/>
                </a:solidFill>
              </a:defRPr>
            </a:lvl4pPr>
            <a:lvl5pPr lvl="4">
              <a:spcBef>
                <a:spcPts val="0"/>
              </a:spcBef>
              <a:spcAft>
                <a:spcPts val="0"/>
              </a:spcAft>
              <a:buClr>
                <a:schemeClr val="dk1"/>
              </a:buClr>
              <a:buSzPts val="2800"/>
              <a:buNone/>
              <a:defRPr sz="2800">
                <a:solidFill>
                  <a:schemeClr val="dk1"/>
                </a:solidFill>
              </a:defRPr>
            </a:lvl5pPr>
            <a:lvl6pPr lvl="5">
              <a:spcBef>
                <a:spcPts val="0"/>
              </a:spcBef>
              <a:spcAft>
                <a:spcPts val="0"/>
              </a:spcAft>
              <a:buClr>
                <a:schemeClr val="dk1"/>
              </a:buClr>
              <a:buSzPts val="2800"/>
              <a:buNone/>
              <a:defRPr sz="2800">
                <a:solidFill>
                  <a:schemeClr val="dk1"/>
                </a:solidFill>
              </a:defRPr>
            </a:lvl6pPr>
            <a:lvl7pPr lvl="6">
              <a:spcBef>
                <a:spcPts val="0"/>
              </a:spcBef>
              <a:spcAft>
                <a:spcPts val="0"/>
              </a:spcAft>
              <a:buClr>
                <a:schemeClr val="dk1"/>
              </a:buClr>
              <a:buSzPts val="2800"/>
              <a:buNone/>
              <a:defRPr sz="2800">
                <a:solidFill>
                  <a:schemeClr val="dk1"/>
                </a:solidFill>
              </a:defRPr>
            </a:lvl7pPr>
            <a:lvl8pPr lvl="7">
              <a:spcBef>
                <a:spcPts val="0"/>
              </a:spcBef>
              <a:spcAft>
                <a:spcPts val="0"/>
              </a:spcAft>
              <a:buClr>
                <a:schemeClr val="dk1"/>
              </a:buClr>
              <a:buSzPts val="2800"/>
              <a:buNone/>
              <a:defRPr sz="2800">
                <a:solidFill>
                  <a:schemeClr val="dk1"/>
                </a:solidFill>
              </a:defRPr>
            </a:lvl8pPr>
            <a:lvl9pPr lvl="8">
              <a:spcBef>
                <a:spcPts val="0"/>
              </a:spcBef>
              <a:spcAft>
                <a:spcPts val="0"/>
              </a:spcAft>
              <a:buClr>
                <a:schemeClr val="dk1"/>
              </a:buClr>
              <a:buSzPts val="2800"/>
              <a:buNone/>
              <a:defRPr sz="2800">
                <a:solidFill>
                  <a:schemeClr val="dk1"/>
                </a:solidFill>
              </a:defRPr>
            </a:lvl9pPr>
          </a:lstStyle>
          <a:p/>
        </p:txBody>
      </p:sp>
      <p:sp>
        <p:nvSpPr>
          <p:cNvPr id="7" name="Google Shape;7;p1"/>
          <p:cNvSpPr txBox="1"/>
          <p:nvPr>
            <p:ph idx="1" type="body"/>
          </p:nvPr>
        </p:nvSpPr>
        <p:spPr>
          <a:xfrm>
            <a:off x="311700" y="1152475"/>
            <a:ext cx="8520600" cy="3416400"/>
          </a:xfrm>
          <a:prstGeom prst="rect">
            <a:avLst/>
          </a:prstGeom>
          <a:noFill/>
          <a:ln>
            <a:noFill/>
          </a:ln>
        </p:spPr>
        <p:txBody>
          <a:bodyPr anchorCtr="0" anchor="t" bIns="91425" lIns="91425" spcFirstLastPara="1" rIns="91425" wrap="square" tIns="91425">
            <a:normAutofit/>
          </a:bodyPr>
          <a:lstStyle>
            <a:lvl1pPr indent="-342900" lvl="0" marL="457200">
              <a:lnSpc>
                <a:spcPct val="115000"/>
              </a:lnSpc>
              <a:spcBef>
                <a:spcPts val="0"/>
              </a:spcBef>
              <a:spcAft>
                <a:spcPts val="0"/>
              </a:spcAft>
              <a:buClr>
                <a:schemeClr val="dk2"/>
              </a:buClr>
              <a:buSzPts val="1800"/>
              <a:buChar char="●"/>
              <a:defRPr sz="1800">
                <a:solidFill>
                  <a:schemeClr val="dk2"/>
                </a:solidFill>
              </a:defRPr>
            </a:lvl1pPr>
            <a:lvl2pPr indent="-317500" lvl="1" marL="914400">
              <a:lnSpc>
                <a:spcPct val="115000"/>
              </a:lnSpc>
              <a:spcBef>
                <a:spcPts val="0"/>
              </a:spcBef>
              <a:spcAft>
                <a:spcPts val="0"/>
              </a:spcAft>
              <a:buClr>
                <a:schemeClr val="dk2"/>
              </a:buClr>
              <a:buSzPts val="1400"/>
              <a:buChar char="○"/>
              <a:defRPr>
                <a:solidFill>
                  <a:schemeClr val="dk2"/>
                </a:solidFill>
              </a:defRPr>
            </a:lvl2pPr>
            <a:lvl3pPr indent="-317500" lvl="2" marL="1371600">
              <a:lnSpc>
                <a:spcPct val="115000"/>
              </a:lnSpc>
              <a:spcBef>
                <a:spcPts val="0"/>
              </a:spcBef>
              <a:spcAft>
                <a:spcPts val="0"/>
              </a:spcAft>
              <a:buClr>
                <a:schemeClr val="dk2"/>
              </a:buClr>
              <a:buSzPts val="1400"/>
              <a:buChar char="■"/>
              <a:defRPr>
                <a:solidFill>
                  <a:schemeClr val="dk2"/>
                </a:solidFill>
              </a:defRPr>
            </a:lvl3pPr>
            <a:lvl4pPr indent="-317500" lvl="3" marL="1828800">
              <a:lnSpc>
                <a:spcPct val="115000"/>
              </a:lnSpc>
              <a:spcBef>
                <a:spcPts val="0"/>
              </a:spcBef>
              <a:spcAft>
                <a:spcPts val="0"/>
              </a:spcAft>
              <a:buClr>
                <a:schemeClr val="dk2"/>
              </a:buClr>
              <a:buSzPts val="1400"/>
              <a:buChar char="●"/>
              <a:defRPr>
                <a:solidFill>
                  <a:schemeClr val="dk2"/>
                </a:solidFill>
              </a:defRPr>
            </a:lvl4pPr>
            <a:lvl5pPr indent="-317500" lvl="4" marL="2286000">
              <a:lnSpc>
                <a:spcPct val="115000"/>
              </a:lnSpc>
              <a:spcBef>
                <a:spcPts val="0"/>
              </a:spcBef>
              <a:spcAft>
                <a:spcPts val="0"/>
              </a:spcAft>
              <a:buClr>
                <a:schemeClr val="dk2"/>
              </a:buClr>
              <a:buSzPts val="1400"/>
              <a:buChar char="○"/>
              <a:defRPr>
                <a:solidFill>
                  <a:schemeClr val="dk2"/>
                </a:solidFill>
              </a:defRPr>
            </a:lvl5pPr>
            <a:lvl6pPr indent="-317500" lvl="5" marL="2743200">
              <a:lnSpc>
                <a:spcPct val="115000"/>
              </a:lnSpc>
              <a:spcBef>
                <a:spcPts val="0"/>
              </a:spcBef>
              <a:spcAft>
                <a:spcPts val="0"/>
              </a:spcAft>
              <a:buClr>
                <a:schemeClr val="dk2"/>
              </a:buClr>
              <a:buSzPts val="1400"/>
              <a:buChar char="■"/>
              <a:defRPr>
                <a:solidFill>
                  <a:schemeClr val="dk2"/>
                </a:solidFill>
              </a:defRPr>
            </a:lvl6pPr>
            <a:lvl7pPr indent="-317500" lvl="6" marL="3200400">
              <a:lnSpc>
                <a:spcPct val="115000"/>
              </a:lnSpc>
              <a:spcBef>
                <a:spcPts val="0"/>
              </a:spcBef>
              <a:spcAft>
                <a:spcPts val="0"/>
              </a:spcAft>
              <a:buClr>
                <a:schemeClr val="dk2"/>
              </a:buClr>
              <a:buSzPts val="1400"/>
              <a:buChar char="●"/>
              <a:defRPr>
                <a:solidFill>
                  <a:schemeClr val="dk2"/>
                </a:solidFill>
              </a:defRPr>
            </a:lvl7pPr>
            <a:lvl8pPr indent="-317500" lvl="7" marL="3657600">
              <a:lnSpc>
                <a:spcPct val="115000"/>
              </a:lnSpc>
              <a:spcBef>
                <a:spcPts val="0"/>
              </a:spcBef>
              <a:spcAft>
                <a:spcPts val="0"/>
              </a:spcAft>
              <a:buClr>
                <a:schemeClr val="dk2"/>
              </a:buClr>
              <a:buSzPts val="1400"/>
              <a:buChar char="○"/>
              <a:defRPr>
                <a:solidFill>
                  <a:schemeClr val="dk2"/>
                </a:solidFill>
              </a:defRPr>
            </a:lvl8pPr>
            <a:lvl9pPr indent="-317500" lvl="8" marL="4114800">
              <a:lnSpc>
                <a:spcPct val="115000"/>
              </a:lnSpc>
              <a:spcBef>
                <a:spcPts val="0"/>
              </a:spcBef>
              <a:spcAft>
                <a:spcPts val="0"/>
              </a:spcAft>
              <a:buClr>
                <a:schemeClr val="dk2"/>
              </a:buClr>
              <a:buSzPts val="1400"/>
              <a:buChar char="■"/>
              <a:defRPr>
                <a:solidFill>
                  <a:schemeClr val="dk2"/>
                </a:solidFill>
              </a:defRPr>
            </a:lvl9pPr>
          </a:lstStyle>
          <a:p/>
        </p:txBody>
      </p:sp>
      <p:sp>
        <p:nvSpPr>
          <p:cNvPr id="8" name="Google Shape;8;p1"/>
          <p:cNvSpPr txBox="1"/>
          <p:nvPr>
            <p:ph idx="12" type="sldNum"/>
          </p:nvPr>
        </p:nvSpPr>
        <p:spPr>
          <a:xfrm>
            <a:off x="8472458" y="4663217"/>
            <a:ext cx="548700" cy="393600"/>
          </a:xfrm>
          <a:prstGeom prst="rect">
            <a:avLst/>
          </a:prstGeom>
          <a:noFill/>
          <a:ln>
            <a:noFill/>
          </a:ln>
        </p:spPr>
        <p:txBody>
          <a:bodyPr anchorCtr="0" anchor="ctr" bIns="91425" lIns="91425" spcFirstLastPara="1" rIns="91425" wrap="square" tIns="91425">
            <a:normAutofit/>
          </a:bodyPr>
          <a:lstStyle>
            <a:lvl1pPr lvl="0" algn="r">
              <a:buNone/>
              <a:defRPr sz="1000">
                <a:solidFill>
                  <a:schemeClr val="dk2"/>
                </a:solidFill>
              </a:defRPr>
            </a:lvl1pPr>
            <a:lvl2pPr lvl="1" algn="r">
              <a:buNone/>
              <a:defRPr sz="1000">
                <a:solidFill>
                  <a:schemeClr val="dk2"/>
                </a:solidFill>
              </a:defRPr>
            </a:lvl2pPr>
            <a:lvl3pPr lvl="2" algn="r">
              <a:buNone/>
              <a:defRPr sz="1000">
                <a:solidFill>
                  <a:schemeClr val="dk2"/>
                </a:solidFill>
              </a:defRPr>
            </a:lvl3pPr>
            <a:lvl4pPr lvl="3" algn="r">
              <a:buNone/>
              <a:defRPr sz="1000">
                <a:solidFill>
                  <a:schemeClr val="dk2"/>
                </a:solidFill>
              </a:defRPr>
            </a:lvl4pPr>
            <a:lvl5pPr lvl="4" algn="r">
              <a:buNone/>
              <a:defRPr sz="1000">
                <a:solidFill>
                  <a:schemeClr val="dk2"/>
                </a:solidFill>
              </a:defRPr>
            </a:lvl5pPr>
            <a:lvl6pPr lvl="5" algn="r">
              <a:buNone/>
              <a:defRPr sz="1000">
                <a:solidFill>
                  <a:schemeClr val="dk2"/>
                </a:solidFill>
              </a:defRPr>
            </a:lvl6pPr>
            <a:lvl7pPr lvl="6" algn="r">
              <a:buNone/>
              <a:defRPr sz="1000">
                <a:solidFill>
                  <a:schemeClr val="dk2"/>
                </a:solidFill>
              </a:defRPr>
            </a:lvl7pPr>
            <a:lvl8pPr lvl="7" algn="r">
              <a:buNone/>
              <a:defRPr sz="1000">
                <a:solidFill>
                  <a:schemeClr val="dk2"/>
                </a:solidFill>
              </a:defRPr>
            </a:lvl8pPr>
            <a:lvl9pPr lvl="8" algn="r">
              <a:buNone/>
              <a:defRPr sz="1000">
                <a:solidFill>
                  <a:schemeClr val="dk2"/>
                </a:solidFill>
              </a:defRPr>
            </a:lvl9pPr>
          </a:lstStyle>
          <a:p>
            <a:pPr indent="0" lvl="0" marL="0" rtl="0" algn="r">
              <a:spcBef>
                <a:spcPts val="0"/>
              </a:spcBef>
              <a:spcAft>
                <a:spcPts val="0"/>
              </a:spcAft>
              <a:buNone/>
            </a:pPr>
            <a:fld id="{00000000-1234-1234-1234-123412341234}" type="slidenum">
              <a:rPr lang="es-419"/>
              <a:t>‹#›</a:t>
            </a:fld>
            <a:endParaRPr/>
          </a:p>
        </p:txBody>
      </p:sp>
    </p:spTree>
  </p:cSld>
  <p:clrMap accent1="accent1" accent2="accent2" accent3="accent3" accent4="accent4" accent5="accent5" accent6="accent6" bg1="lt1" bg2="dk2" tx1="dk1" tx2="lt2" folHlink="folHlink" hlink="hlink"/>
  <p:sldLayoutIdLst>
    <p:sldLayoutId id="2147483648" r:id="rId1"/>
    <p:sldLayoutId id="2147483649" r:id="rId2"/>
    <p:sldLayoutId id="2147483650" r:id="rId3"/>
    <p:sldLayoutId id="2147483651" r:id="rId4"/>
    <p:sldLayoutId id="2147483652" r:id="rId5"/>
    <p:sldLayoutId id="2147483653" r:id="rId6"/>
    <p:sldLayoutId id="2147483654" r:id="rId7"/>
    <p:sldLayoutId id="2147483655" r:id="rId8"/>
    <p:sldLayoutId id="2147483656" r:id="rId9"/>
    <p:sldLayoutId id="2147483657" r:id="rId10"/>
    <p:sldLayoutId id="2147483658" r:id="rId11"/>
  </p:sldLayoutIdLst>
  <p:hf dt="0" ftr="0" hdr="0" sldNum="0"/>
  <p:txStyles>
    <p:title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9pPr>
    </p:titleStyle>
    <p:body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9pPr>
    </p:bodyStyle>
    <p:other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xml"/><Relationship Id="rId3" Type="http://schemas.openxmlformats.org/officeDocument/2006/relationships/image" Target="../media/image5.jpg"/></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2.xml"/><Relationship Id="rId3" Type="http://schemas.openxmlformats.org/officeDocument/2006/relationships/image" Target="../media/image8.jpg"/></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3.xml"/><Relationship Id="rId3" Type="http://schemas.openxmlformats.org/officeDocument/2006/relationships/image" Target="../media/image1.png"/></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4.xml"/><Relationship Id="rId3" Type="http://schemas.openxmlformats.org/officeDocument/2006/relationships/image" Target="../media/image11.jpg"/></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5.xml"/><Relationship Id="rId3" Type="http://schemas.openxmlformats.org/officeDocument/2006/relationships/image" Target="../media/image10.jpg"/></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6.xml"/><Relationship Id="rId3" Type="http://schemas.openxmlformats.org/officeDocument/2006/relationships/image" Target="../media/image3.png"/><Relationship Id="rId4" Type="http://schemas.openxmlformats.org/officeDocument/2006/relationships/image" Target="../media/image2.jpg"/><Relationship Id="rId5" Type="http://schemas.openxmlformats.org/officeDocument/2006/relationships/image" Target="../media/image7.jpg"/></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7.xml"/><Relationship Id="rId3" Type="http://schemas.openxmlformats.org/officeDocument/2006/relationships/image" Target="../media/image12.jpg"/></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8.xml"/><Relationship Id="rId3" Type="http://schemas.openxmlformats.org/officeDocument/2006/relationships/image" Target="../media/image6.png"/><Relationship Id="rId4" Type="http://schemas.openxmlformats.org/officeDocument/2006/relationships/image" Target="../media/image4.png"/><Relationship Id="rId5" Type="http://schemas.openxmlformats.org/officeDocument/2006/relationships/image" Target="../media/image9.jpg"/></Relationships>
</file>

<file path=ppt/slides/slide1.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53" name="Shape 53"/>
        <p:cNvGrpSpPr/>
        <p:nvPr/>
      </p:nvGrpSpPr>
      <p:grpSpPr>
        <a:xfrm>
          <a:off x="0" y="0"/>
          <a:ext cx="0" cy="0"/>
          <a:chOff x="0" y="0"/>
          <a:chExt cx="0" cy="0"/>
        </a:xfrm>
      </p:grpSpPr>
      <p:pic>
        <p:nvPicPr>
          <p:cNvPr id="54" name="Google Shape;54;p13" title="validacion_rtqpcr_egfp.jpg"/>
          <p:cNvPicPr preferRelativeResize="0"/>
          <p:nvPr/>
        </p:nvPicPr>
        <p:blipFill>
          <a:blip r:embed="rId3">
            <a:alphaModFix/>
          </a:blip>
          <a:stretch>
            <a:fillRect/>
          </a:stretch>
        </p:blipFill>
        <p:spPr>
          <a:xfrm>
            <a:off x="152400" y="152400"/>
            <a:ext cx="8602138" cy="4838702"/>
          </a:xfrm>
          <a:prstGeom prst="rect">
            <a:avLst/>
          </a:prstGeom>
          <a:noFill/>
          <a:ln>
            <a:noFill/>
          </a:ln>
        </p:spPr>
      </p:pic>
    </p:spTree>
  </p:cSld>
  <p:clrMapOvr>
    <a:masterClrMapping/>
  </p:clrMapOvr>
</p:sld>
</file>

<file path=ppt/slides/slide2.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58" name="Shape 58"/>
        <p:cNvGrpSpPr/>
        <p:nvPr/>
      </p:nvGrpSpPr>
      <p:grpSpPr>
        <a:xfrm>
          <a:off x="0" y="0"/>
          <a:ext cx="0" cy="0"/>
          <a:chOff x="0" y="0"/>
          <a:chExt cx="0" cy="0"/>
        </a:xfrm>
      </p:grpSpPr>
      <p:pic>
        <p:nvPicPr>
          <p:cNvPr id="59" name="Google Shape;59;p14" title="spike_in_robustez.jpg"/>
          <p:cNvPicPr preferRelativeResize="0"/>
          <p:nvPr/>
        </p:nvPicPr>
        <p:blipFill>
          <a:blip r:embed="rId3">
            <a:alphaModFix/>
          </a:blip>
          <a:stretch>
            <a:fillRect/>
          </a:stretch>
        </p:blipFill>
        <p:spPr>
          <a:xfrm>
            <a:off x="152400" y="152400"/>
            <a:ext cx="6451599" cy="4838700"/>
          </a:xfrm>
          <a:prstGeom prst="rect">
            <a:avLst/>
          </a:prstGeom>
          <a:noFill/>
          <a:ln>
            <a:noFill/>
          </a:ln>
        </p:spPr>
      </p:pic>
    </p:spTree>
  </p:cSld>
  <p:clrMapOvr>
    <a:masterClrMapping/>
  </p:clrMapOvr>
</p:sld>
</file>

<file path=ppt/slides/slide3.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63" name="Shape 63"/>
        <p:cNvGrpSpPr/>
        <p:nvPr/>
      </p:nvGrpSpPr>
      <p:grpSpPr>
        <a:xfrm>
          <a:off x="0" y="0"/>
          <a:ext cx="0" cy="0"/>
          <a:chOff x="0" y="0"/>
          <a:chExt cx="0" cy="0"/>
        </a:xfrm>
      </p:grpSpPr>
      <p:pic>
        <p:nvPicPr>
          <p:cNvPr id="64" name="Google Shape;64;p15" title="representatividad_library_venn.png"/>
          <p:cNvPicPr preferRelativeResize="0"/>
          <p:nvPr/>
        </p:nvPicPr>
        <p:blipFill>
          <a:blip r:embed="rId3">
            <a:alphaModFix/>
          </a:blip>
          <a:stretch>
            <a:fillRect/>
          </a:stretch>
        </p:blipFill>
        <p:spPr>
          <a:xfrm>
            <a:off x="152400" y="152400"/>
            <a:ext cx="3271624" cy="3271624"/>
          </a:xfrm>
          <a:prstGeom prst="rect">
            <a:avLst/>
          </a:prstGeom>
          <a:noFill/>
          <a:ln>
            <a:noFill/>
          </a:ln>
        </p:spPr>
      </p:pic>
    </p:spTree>
  </p:cSld>
  <p:clrMapOvr>
    <a:masterClrMapping/>
  </p:clrMapOvr>
</p:sld>
</file>

<file path=ppt/slides/slide4.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68" name="Shape 68"/>
        <p:cNvGrpSpPr/>
        <p:nvPr/>
      </p:nvGrpSpPr>
      <p:grpSpPr>
        <a:xfrm>
          <a:off x="0" y="0"/>
          <a:ext cx="0" cy="0"/>
          <a:chOff x="0" y="0"/>
          <a:chExt cx="0" cy="0"/>
        </a:xfrm>
      </p:grpSpPr>
      <p:pic>
        <p:nvPicPr>
          <p:cNvPr id="69" name="Google Shape;69;p16" title="histograma_gates_KIAA0753.jpg"/>
          <p:cNvPicPr preferRelativeResize="0"/>
          <p:nvPr/>
        </p:nvPicPr>
        <p:blipFill>
          <a:blip r:embed="rId3">
            <a:alphaModFix/>
          </a:blip>
          <a:stretch>
            <a:fillRect/>
          </a:stretch>
        </p:blipFill>
        <p:spPr>
          <a:xfrm>
            <a:off x="3152400" y="152400"/>
            <a:ext cx="5839201" cy="4379401"/>
          </a:xfrm>
          <a:prstGeom prst="rect">
            <a:avLst/>
          </a:prstGeom>
          <a:noFill/>
          <a:ln>
            <a:noFill/>
          </a:ln>
        </p:spPr>
      </p:pic>
    </p:spTree>
  </p:cSld>
  <p:clrMapOvr>
    <a:masterClrMapping/>
  </p:clrMapOvr>
</p:sld>
</file>

<file path=ppt/slides/slide5.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73" name="Shape 73"/>
        <p:cNvGrpSpPr/>
        <p:nvPr/>
      </p:nvGrpSpPr>
      <p:grpSpPr>
        <a:xfrm>
          <a:off x="0" y="0"/>
          <a:ext cx="0" cy="0"/>
          <a:chOff x="0" y="0"/>
          <a:chExt cx="0" cy="0"/>
        </a:xfrm>
      </p:grpSpPr>
      <p:pic>
        <p:nvPicPr>
          <p:cNvPr id="74" name="Google Shape;74;p17" title="filtros_consistencia_replicas.jpg"/>
          <p:cNvPicPr preferRelativeResize="0"/>
          <p:nvPr/>
        </p:nvPicPr>
        <p:blipFill>
          <a:blip r:embed="rId3">
            <a:alphaModFix/>
          </a:blip>
          <a:stretch>
            <a:fillRect/>
          </a:stretch>
        </p:blipFill>
        <p:spPr>
          <a:xfrm>
            <a:off x="152400" y="152400"/>
            <a:ext cx="4752425" cy="4218705"/>
          </a:xfrm>
          <a:prstGeom prst="rect">
            <a:avLst/>
          </a:prstGeom>
          <a:noFill/>
          <a:ln>
            <a:noFill/>
          </a:ln>
        </p:spPr>
      </p:pic>
    </p:spTree>
  </p:cSld>
  <p:clrMapOvr>
    <a:masterClrMapping/>
  </p:clrMapOvr>
</p:sld>
</file>

<file path=ppt/slides/slide6.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78" name="Shape 78"/>
        <p:cNvGrpSpPr/>
        <p:nvPr/>
      </p:nvGrpSpPr>
      <p:grpSpPr>
        <a:xfrm>
          <a:off x="0" y="0"/>
          <a:ext cx="0" cy="0"/>
          <a:chOff x="0" y="0"/>
          <a:chExt cx="0" cy="0"/>
        </a:xfrm>
      </p:grpSpPr>
      <p:pic>
        <p:nvPicPr>
          <p:cNvPr id="79" name="Google Shape;79;p18" title="panel_a_venn_presort2022.png"/>
          <p:cNvPicPr preferRelativeResize="0"/>
          <p:nvPr/>
        </p:nvPicPr>
        <p:blipFill>
          <a:blip r:embed="rId3">
            <a:alphaModFix/>
          </a:blip>
          <a:stretch>
            <a:fillRect/>
          </a:stretch>
        </p:blipFill>
        <p:spPr>
          <a:xfrm>
            <a:off x="0" y="749097"/>
            <a:ext cx="2138076" cy="2138076"/>
          </a:xfrm>
          <a:prstGeom prst="rect">
            <a:avLst/>
          </a:prstGeom>
          <a:noFill/>
          <a:ln>
            <a:noFill/>
          </a:ln>
        </p:spPr>
      </p:pic>
      <p:pic>
        <p:nvPicPr>
          <p:cNvPr id="80" name="Google Shape;80;p18" title="panel_b_gc_bias_violin.jpg"/>
          <p:cNvPicPr preferRelativeResize="0"/>
          <p:nvPr/>
        </p:nvPicPr>
        <p:blipFill>
          <a:blip r:embed="rId4">
            <a:alphaModFix/>
          </a:blip>
          <a:stretch>
            <a:fillRect/>
          </a:stretch>
        </p:blipFill>
        <p:spPr>
          <a:xfrm>
            <a:off x="2167982" y="692847"/>
            <a:ext cx="1900521" cy="2138076"/>
          </a:xfrm>
          <a:prstGeom prst="rect">
            <a:avLst/>
          </a:prstGeom>
          <a:noFill/>
          <a:ln>
            <a:noFill/>
          </a:ln>
        </p:spPr>
      </p:pic>
      <p:pic>
        <p:nvPicPr>
          <p:cNvPr id="81" name="Google Shape;81;p18" title="panel_c_gc_bias_bars.jpg"/>
          <p:cNvPicPr preferRelativeResize="0"/>
          <p:nvPr/>
        </p:nvPicPr>
        <p:blipFill>
          <a:blip r:embed="rId5">
            <a:alphaModFix/>
          </a:blip>
          <a:stretch>
            <a:fillRect/>
          </a:stretch>
        </p:blipFill>
        <p:spPr>
          <a:xfrm>
            <a:off x="184850" y="2960925"/>
            <a:ext cx="3592648" cy="1864749"/>
          </a:xfrm>
          <a:prstGeom prst="rect">
            <a:avLst/>
          </a:prstGeom>
          <a:noFill/>
          <a:ln>
            <a:noFill/>
          </a:ln>
        </p:spPr>
      </p:pic>
    </p:spTree>
  </p:cSld>
  <p:clrMapOvr>
    <a:masterClrMapping/>
  </p:clrMapOvr>
</p:sld>
</file>

<file path=ppt/slides/slide7.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85" name="Shape 85"/>
        <p:cNvGrpSpPr/>
        <p:nvPr/>
      </p:nvGrpSpPr>
      <p:grpSpPr>
        <a:xfrm>
          <a:off x="0" y="0"/>
          <a:ext cx="0" cy="0"/>
          <a:chOff x="0" y="0"/>
          <a:chExt cx="0" cy="0"/>
        </a:xfrm>
      </p:grpSpPr>
      <p:pic>
        <p:nvPicPr>
          <p:cNvPr id="86" name="Google Shape;86;p19" title="g4_retencion_por_gc.jpg"/>
          <p:cNvPicPr preferRelativeResize="0"/>
          <p:nvPr/>
        </p:nvPicPr>
        <p:blipFill>
          <a:blip r:embed="rId3">
            <a:alphaModFix/>
          </a:blip>
          <a:stretch>
            <a:fillRect/>
          </a:stretch>
        </p:blipFill>
        <p:spPr>
          <a:xfrm>
            <a:off x="152400" y="152400"/>
            <a:ext cx="6597642" cy="4838701"/>
          </a:xfrm>
          <a:prstGeom prst="rect">
            <a:avLst/>
          </a:prstGeom>
          <a:noFill/>
          <a:ln>
            <a:noFill/>
          </a:ln>
        </p:spPr>
      </p:pic>
    </p:spTree>
  </p:cSld>
  <p:clrMapOvr>
    <a:masterClrMapping/>
  </p:clrMapOvr>
</p:sld>
</file>

<file path=ppt/slides/slide8.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90" name="Shape 90"/>
        <p:cNvGrpSpPr/>
        <p:nvPr/>
      </p:nvGrpSpPr>
      <p:grpSpPr>
        <a:xfrm>
          <a:off x="0" y="0"/>
          <a:ext cx="0" cy="0"/>
          <a:chOff x="0" y="0"/>
          <a:chExt cx="0" cy="0"/>
        </a:xfrm>
      </p:grpSpPr>
      <p:pic>
        <p:nvPicPr>
          <p:cNvPr id="91" name="Google Shape;91;p20"/>
          <p:cNvPicPr preferRelativeResize="0"/>
          <p:nvPr/>
        </p:nvPicPr>
        <p:blipFill>
          <a:blip r:embed="rId3">
            <a:alphaModFix/>
          </a:blip>
          <a:stretch>
            <a:fillRect/>
          </a:stretch>
        </p:blipFill>
        <p:spPr>
          <a:xfrm>
            <a:off x="-133350" y="97100"/>
            <a:ext cx="3419475" cy="2638425"/>
          </a:xfrm>
          <a:prstGeom prst="rect">
            <a:avLst/>
          </a:prstGeom>
          <a:noFill/>
          <a:ln>
            <a:noFill/>
          </a:ln>
        </p:spPr>
      </p:pic>
      <p:pic>
        <p:nvPicPr>
          <p:cNvPr id="92" name="Google Shape;92;p20"/>
          <p:cNvPicPr preferRelativeResize="0"/>
          <p:nvPr/>
        </p:nvPicPr>
        <p:blipFill>
          <a:blip r:embed="rId4">
            <a:alphaModFix/>
          </a:blip>
          <a:stretch>
            <a:fillRect/>
          </a:stretch>
        </p:blipFill>
        <p:spPr>
          <a:xfrm>
            <a:off x="6505575" y="152400"/>
            <a:ext cx="2486025" cy="2418147"/>
          </a:xfrm>
          <a:prstGeom prst="rect">
            <a:avLst/>
          </a:prstGeom>
          <a:noFill/>
          <a:ln>
            <a:noFill/>
          </a:ln>
        </p:spPr>
      </p:pic>
      <p:sp>
        <p:nvSpPr>
          <p:cNvPr id="93" name="Google Shape;93;p20"/>
          <p:cNvSpPr txBox="1"/>
          <p:nvPr/>
        </p:nvSpPr>
        <p:spPr>
          <a:xfrm>
            <a:off x="735375" y="3120725"/>
            <a:ext cx="5866500" cy="2216400"/>
          </a:xfrm>
          <a:prstGeom prst="rect">
            <a:avLst/>
          </a:prstGeom>
          <a:noFill/>
          <a:ln>
            <a:noFill/>
          </a:ln>
        </p:spPr>
        <p:txBody>
          <a:bodyPr anchorCtr="0" anchor="t" bIns="91425" lIns="91425" spcFirstLastPara="1" rIns="91425" wrap="square" tIns="91425">
            <a:spAutoFit/>
          </a:bodyPr>
          <a:lstStyle/>
          <a:p>
            <a:pPr indent="0" lvl="0" marL="0" rtl="0" algn="l">
              <a:spcBef>
                <a:spcPts val="0"/>
              </a:spcBef>
              <a:spcAft>
                <a:spcPts val="0"/>
              </a:spcAft>
              <a:buNone/>
            </a:pPr>
            <a:r>
              <a:rPr b="1" lang="es-419" sz="1200">
                <a:solidFill>
                  <a:schemeClr val="dk2"/>
                </a:solidFill>
              </a:rPr>
              <a:t>Consistencia experimental de las métricas de actividad promotora.</a:t>
            </a:r>
            <a:r>
              <a:rPr lang="es-419" sz="1200">
                <a:solidFill>
                  <a:schemeClr val="dk2"/>
                </a:solidFill>
              </a:rPr>
              <a:t>  (A) </a:t>
            </a:r>
            <a:r>
              <a:rPr lang="es-419" sz="1200">
                <a:solidFill>
                  <a:schemeClr val="dk2"/>
                </a:solidFill>
              </a:rPr>
              <a:t>Perfiles de densidad de fluorescencia de EGFP obtenidos por citometría de flujo para una selección de promotores integrados de forma individual (n = 3 réplicas técnicas).</a:t>
            </a:r>
            <a:r>
              <a:rPr lang="es-419" sz="1200">
                <a:solidFill>
                  <a:schemeClr val="dk2"/>
                </a:solidFill>
              </a:rPr>
              <a:t> (B) </a:t>
            </a:r>
            <a:r>
              <a:rPr lang="es-419" sz="1200">
                <a:solidFill>
                  <a:schemeClr val="dk2"/>
                </a:solidFill>
              </a:rPr>
              <a:t>Histogramas representativos de la reconstrucción de las distribuciones de expresión para secuencias individuales de la library. Las barras indican la frecuencia de lecturas normalizadas en cada fracción de células recolectada. Cada color representa la distribución de un promotor distinto, en una única de las réplicas experimentales</a:t>
            </a:r>
            <a:r>
              <a:rPr lang="es-419" sz="1200">
                <a:solidFill>
                  <a:schemeClr val="dk2"/>
                </a:solidFill>
              </a:rPr>
              <a:t>(C) Correlación entre la media de expresión calculada a partir de los datos discretizados de la </a:t>
            </a:r>
            <a:r>
              <a:rPr i="1" lang="es-419" sz="1200">
                <a:solidFill>
                  <a:schemeClr val="dk2"/>
                </a:solidFill>
              </a:rPr>
              <a:t>library </a:t>
            </a:r>
            <a:r>
              <a:rPr lang="es-419" sz="1200">
                <a:solidFill>
                  <a:schemeClr val="dk2"/>
                </a:solidFill>
              </a:rPr>
              <a:t>(eje x) y la media obtenida mediante citometría de flujo en líneas celulares estables (eje y), evidenciando la consistencia del ensayo masivo para la determinación de la actividad promotora.</a:t>
            </a:r>
            <a:endParaRPr sz="1200">
              <a:solidFill>
                <a:schemeClr val="dk2"/>
              </a:solidFill>
            </a:endParaRPr>
          </a:p>
        </p:txBody>
      </p:sp>
      <p:pic>
        <p:nvPicPr>
          <p:cNvPr id="94" name="Google Shape;94;p20" title="panel_b_histograma_gates_ejemplo.jpg"/>
          <p:cNvPicPr preferRelativeResize="0"/>
          <p:nvPr/>
        </p:nvPicPr>
        <p:blipFill>
          <a:blip r:embed="rId5">
            <a:alphaModFix/>
          </a:blip>
          <a:stretch>
            <a:fillRect/>
          </a:stretch>
        </p:blipFill>
        <p:spPr>
          <a:xfrm>
            <a:off x="3438525" y="152400"/>
            <a:ext cx="2914652" cy="2185989"/>
          </a:xfrm>
          <a:prstGeom prst="rect">
            <a:avLst/>
          </a:prstGeom>
          <a:noFill/>
          <a:ln>
            <a:noFill/>
          </a:ln>
        </p:spPr>
      </p:pic>
    </p:spTree>
  </p:cSld>
  <p:clrMapOvr>
    <a:masterClrMapping/>
  </p:clrMapOvr>
</p:sld>
</file>

<file path=ppt/theme/theme1.xml><?xml version="1.0" encoding="utf-8"?>
<a:theme xmlns:a="http://schemas.openxmlformats.org/drawingml/2006/main" xmlns:r="http://schemas.openxmlformats.org/officeDocument/2006/relationships">
  <a:themeElements>
    <a:clrScheme name="Default">
      <a:dk1>
        <a:srgbClr val="000000"/>
      </a:dk1>
      <a:lt1>
        <a:srgbClr val="FFFFFF"/>
      </a:lt1>
      <a:dk2>
        <a:srgbClr val="158158"/>
      </a:dk2>
      <a:lt2>
        <a:srgbClr val="F3F3F3"/>
      </a:lt2>
      <a:accent1>
        <a:srgbClr val="058DC7"/>
      </a:accent1>
      <a:accent2>
        <a:srgbClr val="50B432"/>
      </a:accent2>
      <a:accent3>
        <a:srgbClr val="ED561B"/>
      </a:accent3>
      <a:accent4>
        <a:srgbClr val="EDEF00"/>
      </a:accent4>
      <a:accent5>
        <a:srgbClr val="24CBE5"/>
      </a:accent5>
      <a:accent6>
        <a:srgbClr val="64E572"/>
      </a:accent6>
      <a:hlink>
        <a:srgbClr val="2200CC"/>
      </a:hlink>
      <a:folHlink>
        <a:srgbClr val="551A8B"/>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theme>
</file>

<file path=ppt/theme/theme2.xml><?xml version="1.0" encoding="utf-8"?>
<a:theme xmlns:a="http://schemas.openxmlformats.org/drawingml/2006/main" xmlns:r="http://schemas.openxmlformats.org/officeDocument/2006/relationships" name="Simple Light">
  <a:themeElements>
    <a:clrScheme name="Simple Light">
      <a:dk1>
        <a:srgbClr val="000000"/>
      </a:dk1>
      <a:lt1>
        <a:srgbClr val="FFFFFF"/>
      </a:lt1>
      <a:dk2>
        <a:srgbClr val="595959"/>
      </a:dk2>
      <a:lt2>
        <a:srgbClr val="EEEEEE"/>
      </a:lt2>
      <a:accent1>
        <a:srgbClr val="4285F4"/>
      </a:accent1>
      <a:accent2>
        <a:srgbClr val="212121"/>
      </a:accent2>
      <a:accent3>
        <a:srgbClr val="78909C"/>
      </a:accent3>
      <a:accent4>
        <a:srgbClr val="FFAB40"/>
      </a:accent4>
      <a:accent5>
        <a:srgbClr val="0097A7"/>
      </a:accent5>
      <a:accent6>
        <a:srgbClr val="EEFF41"/>
      </a:accent6>
      <a:hlink>
        <a:srgbClr val="0097A7"/>
      </a:hlink>
      <a:folHlink>
        <a:srgbClr val="0097A7"/>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theme>
</file>
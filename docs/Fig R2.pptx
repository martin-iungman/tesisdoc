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f58eefa86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f58eefa86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ha65fb78f090c38f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ha65fb78f090c38f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habefdf5efa44c7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habefdf5efa44c7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habefdf5efa44c79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habefdf5efa44c79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habefdf5efa44c79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habefdf5efa44c79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habefdf5efa44c79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habefdf5efa44c7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h4ebe40c7f8899e75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h4ebe40c7f8899e75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h4ebe40c7f8899e7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h4ebe40c7f8899e7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h1c371980c4f29fb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h1c371980c4f29fb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58eefa86d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58eefa86d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h1c371980c4f29fb2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h1c371980c4f29fb2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f58eefa86d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f58eefa86d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f58eefa86d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f58eefa86d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f58eefa86d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f58eefa86d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2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4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Relationship Id="rId4" Type="http://schemas.openxmlformats.org/officeDocument/2006/relationships/image" Target="../media/image3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cgi_actividad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2944824" cy="2454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4" title="cgi_composicion_deciles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3847273" cy="455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5" title="tata_actividad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5805302" cy="48386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6" title="tata_posicion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5147873" cy="483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7" title="tata_puntaje_bins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5275" y="1285875"/>
            <a:ext cx="5209027" cy="2441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8" title="ccaat_gcbox_actividad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6853156" cy="48387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9" title="tss_perfil_efectos_promotor_hl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469796" cy="48387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20" title="tss_perfil_YR_todos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3111501"/>
            <a:ext cx="5012301" cy="1879599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20" title="tss_modelo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6976" y="609872"/>
            <a:ext cx="3674501" cy="20041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21" title="motivos_de_novo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0"/>
            <a:ext cx="3258343" cy="49910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2" title="summary_seq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4" cy="4419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23" title="aditividad_elementos_promotor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2400" y="152400"/>
            <a:ext cx="5582909" cy="48387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4" title="summary_features_endogeno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4214963" cy="48387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25" title="remap_tf_activity_gsea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5678889" cy="48387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26" title="nfy_especificidad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7445274" cy="4838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
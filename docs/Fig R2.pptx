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7.jpg"/><Relationship Id="rId5" Type="http://schemas.openxmlformats.org/officeDocument/2006/relationships/image" Target="../media/image11.jpg"/><Relationship Id="rId6" Type="http://schemas.openxmlformats.org/officeDocument/2006/relationships/image" Target="../media/image14.jpg"/><Relationship Id="rId7" Type="http://schemas.openxmlformats.org/officeDocument/2006/relationships/image" Target="../media/image10.jpg"/><Relationship Id="rId8" Type="http://schemas.openxmlformats.org/officeDocument/2006/relationships/image" Target="../media/image1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jpg"/><Relationship Id="rId4" Type="http://schemas.openxmlformats.org/officeDocument/2006/relationships/image" Target="../media/image16.jpg"/><Relationship Id="rId5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Relationship Id="rId4" Type="http://schemas.openxmlformats.org/officeDocument/2006/relationships/image" Target="../media/image19.jpg"/><Relationship Id="rId5" Type="http://schemas.openxmlformats.org/officeDocument/2006/relationships/image" Target="../media/image15.jpg"/><Relationship Id="rId6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
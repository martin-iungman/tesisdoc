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image" Target="../media/image15.jpg"/><Relationship Id="rId5" Type="http://schemas.openxmlformats.org/officeDocument/2006/relationships/image" Target="../media/image14.jpg"/><Relationship Id="rId6" Type="http://schemas.openxmlformats.org/officeDocument/2006/relationships/image" Target="../media/image18.jpg"/><Relationship Id="rId7" Type="http://schemas.openxmlformats.org/officeDocument/2006/relationships/image" Target="../media/image13.jpg"/><Relationship Id="rId8" Type="http://schemas.openxmlformats.org/officeDocument/2006/relationships/image" Target="../media/image1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6.jpg"/><Relationship Id="rId5" Type="http://schemas.openxmlformats.org/officeDocument/2006/relationships/image" Target="../media/image8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jpg"/><Relationship Id="rId4" Type="http://schemas.openxmlformats.org/officeDocument/2006/relationships/image" Target="../media/image6.jpg"/><Relationship Id="rId5" Type="http://schemas.openxmlformats.org/officeDocument/2006/relationships/image" Target="../media/image11.jpg"/><Relationship Id="rId6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Relationship Id="rId4" Type="http://schemas.openxmlformats.org/officeDocument/2006/relationships/image" Target="../media/image7.jpg"/><Relationship Id="rId5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538" y="3065425"/>
            <a:ext cx="2235203" cy="1676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2415738" y="3065425"/>
            <a:ext cx="1973427" cy="1676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0"/>
            <a:ext cx="4087235" cy="3065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TATA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0600" y="43288"/>
            <a:ext cx="3971799" cy="297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TATA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4680" y="3097699"/>
            <a:ext cx="2280765" cy="171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TATA_violin_rep2.jpg"/>
          <p:cNvPicPr preferRelativeResize="0"/>
          <p:nvPr/>
        </p:nvPicPr>
        <p:blipFill rotWithShape="1">
          <a:blip r:embed="rId8">
            <a:alphaModFix/>
          </a:blip>
          <a:srcRect b="0" l="12080" r="0" t="0"/>
          <a:stretch/>
        </p:blipFill>
        <p:spPr>
          <a:xfrm>
            <a:off x="7021375" y="3094685"/>
            <a:ext cx="2005356" cy="171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/>
          <p:cNvPicPr preferRelativeResize="0"/>
          <p:nvPr/>
        </p:nvPicPr>
        <p:blipFill rotWithShape="1">
          <a:blip r:embed="rId3">
            <a:alphaModFix/>
          </a:blip>
          <a:srcRect b="6350" l="0" r="0" t="8876"/>
          <a:stretch/>
        </p:blipFill>
        <p:spPr>
          <a:xfrm>
            <a:off x="554900" y="1387075"/>
            <a:ext cx="7410450" cy="31168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4167455" y="1332088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5376263" y="13296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4360229" y="4442778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2753" y="4313375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742160" y="2839130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42751" y="308785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343729" y="3336575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888994" y="3574588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266142" y="3812606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065375" y="4039925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6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7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7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7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
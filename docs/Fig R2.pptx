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5.jpg"/><Relationship Id="rId7" Type="http://schemas.openxmlformats.org/officeDocument/2006/relationships/image" Target="../media/image17.jpg"/><Relationship Id="rId8" Type="http://schemas.openxmlformats.org/officeDocument/2006/relationships/image" Target="../media/image19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jpg"/><Relationship Id="rId5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9.jpg"/><Relationship Id="rId5" Type="http://schemas.openxmlformats.org/officeDocument/2006/relationships/image" Target="../media/image18.jpg"/><Relationship Id="rId6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g"/><Relationship Id="rId4" Type="http://schemas.openxmlformats.org/officeDocument/2006/relationships/image" Target="../media/image5.jpg"/><Relationship Id="rId5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538" y="3065425"/>
            <a:ext cx="2235203" cy="1676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2415738" y="3065425"/>
            <a:ext cx="1973427" cy="1676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0"/>
            <a:ext cx="4087235" cy="3065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TATA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0600" y="43288"/>
            <a:ext cx="3971799" cy="297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TATA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4680" y="3097699"/>
            <a:ext cx="2280765" cy="171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TATA_violin_rep2.jpg"/>
          <p:cNvPicPr preferRelativeResize="0"/>
          <p:nvPr/>
        </p:nvPicPr>
        <p:blipFill rotWithShape="1">
          <a:blip r:embed="rId8">
            <a:alphaModFix/>
          </a:blip>
          <a:srcRect b="0" l="12080" r="0" t="0"/>
          <a:stretch/>
        </p:blipFill>
        <p:spPr>
          <a:xfrm>
            <a:off x="7021375" y="3094685"/>
            <a:ext cx="2005356" cy="171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/>
          <p:cNvPicPr preferRelativeResize="0"/>
          <p:nvPr/>
        </p:nvPicPr>
        <p:blipFill rotWithShape="1">
          <a:blip r:embed="rId3">
            <a:alphaModFix/>
          </a:blip>
          <a:srcRect b="0" l="44240" r="0" t="0"/>
          <a:stretch/>
        </p:blipFill>
        <p:spPr>
          <a:xfrm>
            <a:off x="4009000" y="1417575"/>
            <a:ext cx="4022124" cy="360662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5390418" y="1417563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6400457" y="14175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4675379" y="4814203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12857" y="4652550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730910" y="3079233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31501" y="3327953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332479" y="3576678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877750" y="3814700"/>
            <a:ext cx="2992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254898" y="4052700"/>
            <a:ext cx="2314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111750" y="4327128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1118194" y="2826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unidireccional</a:t>
            </a:r>
            <a:endParaRPr>
              <a:solidFill>
                <a:srgbClr val="F37336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6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6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7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7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8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8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
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ha65fb78f090c38f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ha65fb78f090c38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abefdf5efa44c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habefdf5efa44c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abefdf5efa44c79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habefdf5efa44c79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abefdf5efa44c79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habefdf5efa44c79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habefdf5efa44c7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habefdf5efa44c7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h4ebe40c7f8899e75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h4ebe40c7f8899e75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4ebe40c7f8899e7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h4ebe40c7f8899e7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1c371980c4f29f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h1c371980c4f29f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1c371980c4f29f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h1c371980c4f29f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2944824" cy="245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96450" y="3182550"/>
            <a:ext cx="6083700" cy="14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-419" sz="1000">
                <a:solidFill>
                  <a:schemeClr val="dk1"/>
                </a:solidFill>
              </a:rPr>
              <a:t>(A)</a:t>
            </a:r>
            <a:r>
              <a:rPr lang="es-419" sz="1000">
                <a:solidFill>
                  <a:schemeClr val="dk1"/>
                </a:solidFill>
              </a:rPr>
              <a:t> Actividad media en función de la razón CpG observado/esperado (o/e) del fragmento, tomada como variable continua. Dentro de cada réplica, los promotores se dividieron en deciles de la razón CpG o/e, y la actividad media se expresó como percentil. Cada punto indica el percentil de actividad promedio del decil, ubicado en la mediana de su razón CpG o/e. Las barras indican el intervalo de confianza del 95%. La línea vertical discontinua marca el umbral de 0,6 usado para definir isla CpG, y la línea horizontal punteada el percentil 50. Se indica el coeficiente de correlación de Spearman (ρ) entre la razón CpG o/e y la actividad media.</a:t>
            </a:r>
            <a:endParaRPr/>
          </a:p>
        </p:txBody>
      </p:sp>
      <p:pic>
        <p:nvPicPr>
          <p:cNvPr id="60" name="Google Shape;60;p14" title="cgi_composicion_decil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32550" y="152400"/>
            <a:ext cx="2659050" cy="31460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tata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805302" cy="48386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6" title="tata_posicion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147873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7" title="tata_puntaje_bin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5275" y="1285875"/>
            <a:ext cx="5209027" cy="2441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8" title="ccaat_gcbox_activ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853156" cy="4838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 title="tss_perfil_efectos_promotor_hl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469796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0" title="tss_perfil_YR_todo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111501"/>
            <a:ext cx="5012301" cy="1879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20" title="tss_modelo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976" y="609872"/>
            <a:ext cx="3674501" cy="2004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1" title="motivos_de_nov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0"/>
            <a:ext cx="3258343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2" title="summary_seq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419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3" title="aditividad_elementos_promoto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2400" y="152400"/>
            <a:ext cx="5582909" cy="4838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4" title="summary_features_endogen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21496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5" title="remap_tf_activity_gse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678889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6" title="nfy_especific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445274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
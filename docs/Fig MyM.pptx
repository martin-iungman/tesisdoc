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09T20:27:41.679">
    <p:pos x="441" y="316"/>
    <p:text>cambiar de color...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png"/><Relationship Id="rId6" Type="http://schemas.openxmlformats.org/officeDocument/2006/relationships/image" Target="../media/image1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4.jpg"/><Relationship Id="rId4" Type="http://schemas.openxmlformats.org/officeDocument/2006/relationships/image" Target="../media/image17.jp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2.xml"/><Relationship Id="rId4" Type="http://schemas.openxmlformats.org/officeDocument/2006/relationships/image" Target="../media/image16.jpg"/><Relationship Id="rId5"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3.xml"/><Relationship Id="rId4" Type="http://schemas.openxmlformats.org/officeDocument/2006/relationships/image" Target="../media/image15.jpg"/><Relationship Id="rId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jpg"/><Relationship Id="rId4" Type="http://schemas.openxmlformats.org/officeDocument/2006/relationships/image" Target="../media/image21.jpg"/><Relationship Id="rId5" Type="http://schemas.openxmlformats.org/officeDocument/2006/relationships/image" Target="../media/image20.jpg"/><Relationship Id="rId6" Type="http://schemas.openxmlformats.org/officeDocument/2006/relationships/image" Target="../media/image1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jpg"/><Relationship Id="rId4" Type="http://schemas.openxmlformats.org/officeDocument/2006/relationships/image" Target="../media/image24.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3.jpg"/><Relationship Id="rId4" Type="http://schemas.openxmlformats.org/officeDocument/2006/relationships/image" Target="../media/image25.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3">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transcripcional.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4">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4">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4">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4">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5">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6">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library de promotores ("library 1").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18675" y="21887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5338075" y="4180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lib_gc.jpg"/>
          <p:cNvPicPr preferRelativeResize="0"/>
          <p:nvPr/>
        </p:nvPicPr>
        <p:blipFill>
          <a:blip r:embed="rId3">
            <a:alphaModFix/>
          </a:blip>
          <a:stretch>
            <a:fillRect/>
          </a:stretch>
        </p:blipFill>
        <p:spPr>
          <a:xfrm>
            <a:off x="0" y="2962643"/>
            <a:ext cx="2608799" cy="1956607"/>
          </a:xfrm>
          <a:prstGeom prst="rect">
            <a:avLst/>
          </a:prstGeom>
          <a:noFill/>
          <a:ln>
            <a:noFill/>
          </a:ln>
        </p:spPr>
      </p:pic>
      <p:pic>
        <p:nvPicPr>
          <p:cNvPr id="173" name="Google Shape;173;p23" title="lib_epd_motif.jpg"/>
          <p:cNvPicPr preferRelativeResize="0"/>
          <p:nvPr/>
        </p:nvPicPr>
        <p:blipFill>
          <a:blip r:embed="rId4">
            <a:alphaModFix/>
          </a:blip>
          <a:stretch>
            <a:fillRect/>
          </a:stretch>
        </p:blipFill>
        <p:spPr>
          <a:xfrm>
            <a:off x="2" y="812699"/>
            <a:ext cx="2608799" cy="1956599"/>
          </a:xfrm>
          <a:prstGeom prst="rect">
            <a:avLst/>
          </a:prstGeom>
          <a:noFill/>
          <a:ln>
            <a:noFill/>
          </a:ln>
        </p:spPr>
      </p:pic>
      <p:pic>
        <p:nvPicPr>
          <p:cNvPr id="174" name="Google Shape;174;p23" title="lib_cpg.jpg"/>
          <p:cNvPicPr preferRelativeResize="0"/>
          <p:nvPr/>
        </p:nvPicPr>
        <p:blipFill>
          <a:blip r:embed="rId5">
            <a:alphaModFix/>
          </a:blip>
          <a:stretch>
            <a:fillRect/>
          </a:stretch>
        </p:blipFill>
        <p:spPr>
          <a:xfrm>
            <a:off x="2538000" y="759600"/>
            <a:ext cx="893201" cy="2009701"/>
          </a:xfrm>
          <a:prstGeom prst="rect">
            <a:avLst/>
          </a:prstGeom>
          <a:noFill/>
          <a:ln>
            <a:noFill/>
          </a:ln>
        </p:spPr>
      </p:pic>
      <p:pic>
        <p:nvPicPr>
          <p:cNvPr id="175" name="Google Shape;175;p23" title="lib_tss_motif.jpg"/>
          <p:cNvPicPr preferRelativeResize="0"/>
          <p:nvPr/>
        </p:nvPicPr>
        <p:blipFill>
          <a:blip r:embed="rId6">
            <a:alphaModFix/>
          </a:blip>
          <a:stretch>
            <a:fillRect/>
          </a:stretch>
        </p:blipFill>
        <p:spPr>
          <a:xfrm>
            <a:off x="2538001" y="2769299"/>
            <a:ext cx="2866601" cy="21499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1" name="Google Shape;181;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2" name="Google Shape;182;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3" name="Google Shape;183;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4" name="Google Shape;184;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5" name="Google Shape;185;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shape y tissue specific</a:t>
            </a:r>
            <a:endParaRPr/>
          </a:p>
        </p:txBody>
      </p:sp>
      <p:sp>
        <p:nvSpPr>
          <p:cNvPr id="191" name="Google Shape;191;p2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pic>
        <p:nvPicPr>
          <p:cNvPr id="196" name="Google Shape;196;p26" title="cooccurrence_jaccard.jpg"/>
          <p:cNvPicPr preferRelativeResize="0"/>
          <p:nvPr/>
        </p:nvPicPr>
        <p:blipFill>
          <a:blip r:embed="rId3">
            <a:alphaModFix/>
          </a:blip>
          <a:stretch>
            <a:fillRect/>
          </a:stretch>
        </p:blipFill>
        <p:spPr>
          <a:xfrm>
            <a:off x="0" y="0"/>
            <a:ext cx="4216402" cy="3162301"/>
          </a:xfrm>
          <a:prstGeom prst="rect">
            <a:avLst/>
          </a:prstGeom>
          <a:noFill/>
          <a:ln>
            <a:noFill/>
          </a:ln>
        </p:spPr>
      </p:pic>
      <p:pic>
        <p:nvPicPr>
          <p:cNvPr id="197" name="Google Shape;197;p26" title="cooccurrence_phi_signif.jpg"/>
          <p:cNvPicPr preferRelativeResize="0"/>
          <p:nvPr/>
        </p:nvPicPr>
        <p:blipFill>
          <a:blip r:embed="rId4">
            <a:alphaModFix/>
          </a:blip>
          <a:stretch>
            <a:fillRect/>
          </a:stretch>
        </p:blipFill>
        <p:spPr>
          <a:xfrm>
            <a:off x="4216400" y="0"/>
            <a:ext cx="4128973" cy="3096726"/>
          </a:xfrm>
          <a:prstGeom prst="rect">
            <a:avLst/>
          </a:prstGeom>
          <a:noFill/>
          <a:ln>
            <a:noFill/>
          </a:ln>
        </p:spPr>
      </p:pic>
      <p:sp>
        <p:nvSpPr>
          <p:cNvPr id="198" name="Google Shape;198;p26"/>
          <p:cNvSpPr txBox="1"/>
          <p:nvPr/>
        </p:nvSpPr>
        <p:spPr>
          <a:xfrm>
            <a:off x="5240575" y="3190875"/>
            <a:ext cx="3918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creo que deberia elegir uno</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cxnSp>
        <p:nvCxnSpPr>
          <p:cNvPr id="203" name="Google Shape;203;p27"/>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04" name="Google Shape;204;p27"/>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5" name="Google Shape;205;p27"/>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06" name="Google Shape;206;p27"/>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07" name="Google Shape;207;p27"/>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08" name="Google Shape;208;p27"/>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09" name="Google Shape;209;p27"/>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0" name="Google Shape;210;p27"/>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1" name="Google Shape;211;p27"/>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2" name="Google Shape;212;p27"/>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13" name="Google Shape;213;p27"/>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4" name="Google Shape;214;p27"/>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5" name="Google Shape;215;p27"/>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16" name="Google Shape;216;p27"/>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17" name="Google Shape;217;p27"/>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M15. 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18" name="Google Shape;218;p27"/>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19" name="Google Shape;219;p27"/>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
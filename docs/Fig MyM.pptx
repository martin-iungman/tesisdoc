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09T20:27:41.679">
    <p:pos x="441" y="316"/>
    <p:text>cambiar de color...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3.jpg"/><Relationship Id="rId4" Type="http://schemas.openxmlformats.org/officeDocument/2006/relationships/image" Target="../media/image15.jpg"/><Relationship Id="rId5"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12.jpg"/><Relationship Id="rId5"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18.jp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1.jpg"/><Relationship Id="rId4" Type="http://schemas.openxmlformats.org/officeDocument/2006/relationships/image" Target="../media/image24.jpg"/><Relationship Id="rId5" Type="http://schemas.openxmlformats.org/officeDocument/2006/relationships/image" Target="../media/image11.jpg"/><Relationship Id="rId6" Type="http://schemas.openxmlformats.org/officeDocument/2006/relationships/image" Target="../media/image2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jpg"/><Relationship Id="rId4"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6.jpg"/><Relationship Id="rId4"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transcripcional.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26" title="cooccurrence_jaccard.jpg"/>
          <p:cNvPicPr preferRelativeResize="0"/>
          <p:nvPr/>
        </p:nvPicPr>
        <p:blipFill>
          <a:blip r:embed="rId3">
            <a:alphaModFix/>
          </a:blip>
          <a:stretch>
            <a:fillRect/>
          </a:stretch>
        </p:blipFill>
        <p:spPr>
          <a:xfrm>
            <a:off x="0" y="0"/>
            <a:ext cx="4216402" cy="3162301"/>
          </a:xfrm>
          <a:prstGeom prst="rect">
            <a:avLst/>
          </a:prstGeom>
          <a:noFill/>
          <a:ln>
            <a:noFill/>
          </a:ln>
        </p:spPr>
      </p:pic>
      <p:pic>
        <p:nvPicPr>
          <p:cNvPr id="197" name="Google Shape;197;p26" title="cooccurrence_phi_signif.jpg"/>
          <p:cNvPicPr preferRelativeResize="0"/>
          <p:nvPr/>
        </p:nvPicPr>
        <p:blipFill>
          <a:blip r:embed="rId4">
            <a:alphaModFix/>
          </a:blip>
          <a:stretch>
            <a:fillRect/>
          </a:stretch>
        </p:blipFill>
        <p:spPr>
          <a:xfrm>
            <a:off x="4216400" y="0"/>
            <a:ext cx="4128973" cy="3096726"/>
          </a:xfrm>
          <a:prstGeom prst="rect">
            <a:avLst/>
          </a:prstGeom>
          <a:noFill/>
          <a:ln>
            <a:noFill/>
          </a:ln>
        </p:spPr>
      </p:pic>
      <p:sp>
        <p:nvSpPr>
          <p:cNvPr id="198" name="Google Shape;198;p26"/>
          <p:cNvSpPr txBox="1"/>
          <p:nvPr/>
        </p:nvSpPr>
        <p:spPr>
          <a:xfrm>
            <a:off x="5240575" y="3190875"/>
            <a:ext cx="391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creo que deberia elegir uno</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cxnSp>
        <p:nvCxnSpPr>
          <p:cNvPr id="203" name="Google Shape;203;p27"/>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4" name="Google Shape;204;p27"/>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5" name="Google Shape;205;p27"/>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06" name="Google Shape;206;p27"/>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07" name="Google Shape;207;p27"/>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08" name="Google Shape;208;p27"/>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09" name="Google Shape;209;p27"/>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0" name="Google Shape;210;p27"/>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1" name="Google Shape;211;p27"/>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2" name="Google Shape;212;p27"/>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3" name="Google Shape;213;p27"/>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4" name="Google Shape;214;p27"/>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5" name="Google Shape;215;p27"/>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16" name="Google Shape;216;p27"/>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17" name="Google Shape;217;p27"/>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18" name="Google Shape;218;p27"/>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19" name="Google Shape;219;p27"/>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
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0.jpg"/><Relationship Id="rId4" Type="http://schemas.openxmlformats.org/officeDocument/2006/relationships/image" Target="../media/image15.jp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4.jpg"/><Relationship Id="rId5"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26.jpg"/><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jpg"/><Relationship Id="rId4" Type="http://schemas.openxmlformats.org/officeDocument/2006/relationships/image" Target="../media/image22.jpg"/><Relationship Id="rId5" Type="http://schemas.openxmlformats.org/officeDocument/2006/relationships/image" Target="../media/image8.jpg"/><Relationship Id="rId6"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8.jpg"/><Relationship Id="rId4"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4.jpg"/><Relationship Id="rId4" Type="http://schemas.openxmlformats.org/officeDocument/2006/relationships/image" Target="../media/image2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
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701cfb41a30eeeb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701cfb41a30eee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h701cfb41a30eeeb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h701cfb41a30eeeb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701cfb41a30eeeb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h701cfb41a30eeeb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h208cec68a3b92c6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h208cec68a3b92c6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metrica_ruid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451599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ruido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3729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 title="ruido_composicion_decil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08974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 title="ruido_tat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593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 title="tata_ruido_especific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910500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8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705042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9" title="remap_tf_noise_gse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3936171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
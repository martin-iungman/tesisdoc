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f5e06a3c0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f5e06a3c0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5e06a3c0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5e06a3c0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Relationship Id="rId4" Type="http://schemas.openxmlformats.org/officeDocument/2006/relationships/image" Target="../media/image6.jpg"/><Relationship Id="rId5" Type="http://schemas.openxmlformats.org/officeDocument/2006/relationships/image" Target="../media/image5.jpg"/><Relationship Id="rId6" Type="http://schemas.openxmlformats.org/officeDocument/2006/relationships/image" Target="../media/image3.jpg"/><Relationship Id="rId7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noise_scatter_CG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3660902" cy="2745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noise_scatter_TAT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13300" y="0"/>
            <a:ext cx="3660902" cy="2745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ROC_CGI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898077"/>
            <a:ext cx="2170388" cy="2093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ROC_TATA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75188" y="2898077"/>
            <a:ext cx="2170388" cy="2093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ROC_TATA_expr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797977" y="2898077"/>
            <a:ext cx="2093025" cy="209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summary_nois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4419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
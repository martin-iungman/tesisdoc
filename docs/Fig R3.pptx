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701cfb41a30eeeb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701cfb41a30eeeb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h701cfb41a30eeeb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h701cfb41a30eeeb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h701cfb41a30eeeb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h701cfb41a30eeeb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h208cec68a3b92c6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h208cec68a3b92c6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f5e06a3c0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f5e06a3c0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f5e06a3c0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f5e06a3c0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Relationship Id="rId4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metrica_ruido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451599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ruido_cg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37290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5" title="ruido_composicion_decil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4089743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6" title="ruido_tata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2593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7" title="tata_ruido_especificid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910500" cy="483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4220" y="1360626"/>
            <a:ext cx="2490127" cy="1659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8" title="summary_nois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705042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 title="remap_tf_noise_gsea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3936171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
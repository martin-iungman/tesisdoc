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5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noise_scatter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noise_scatter_TAT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3300" y="0"/>
            <a:ext cx="3660902" cy="2745677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ROC_CG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ROC_TAT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75188" y="2898077"/>
            <a:ext cx="2170388" cy="2093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ROC_TATA_expr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797977" y="2898077"/>
            <a:ext cx="2093025" cy="20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
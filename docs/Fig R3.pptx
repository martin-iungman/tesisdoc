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f5e06a3c09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f5e06a3c09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f5e06a3c09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f5e06a3c09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jpg"/><Relationship Id="rId4" Type="http://schemas.openxmlformats.org/officeDocument/2006/relationships/image" Target="../media/image6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1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noise_scatter_CGI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3660902" cy="2745677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3" title="noise_scatter_TATA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13300" y="0"/>
            <a:ext cx="3660902" cy="2745677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ROC_CGI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2400" y="2898077"/>
            <a:ext cx="2170388" cy="20930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Google Shape;57;p13" title="ROC_TATA.jp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475188" y="2898077"/>
            <a:ext cx="2170388" cy="20930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8" name="Google Shape;58;p13" title="ROC_TATA_expr.jp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797977" y="2898077"/>
            <a:ext cx="2093025" cy="2093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Google Shape;63;p14" title="summary_noise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8839204" cy="44196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" name="Google Shape;69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